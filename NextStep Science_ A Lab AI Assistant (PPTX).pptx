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Albert Sans"/>
      <p:regular r:id="rId27"/>
      <p:bold r:id="rId28"/>
      <p:italic r:id="rId29"/>
      <p:boldItalic r:id="rId30"/>
    </p:embeddedFont>
    <p:embeddedFont>
      <p:font typeface="Questrial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AlbertSans-bold.fntdata"/><Relationship Id="rId27" Type="http://schemas.openxmlformats.org/officeDocument/2006/relationships/font" Target="fonts/Albert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lbert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estrial-regular.fntdata"/><Relationship Id="rId30" Type="http://schemas.openxmlformats.org/officeDocument/2006/relationships/font" Target="fonts/Albert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38a313a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d38a313a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d38a313a9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d38a313a9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38a313a9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d38a313a9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d38a313a9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d38a313a9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38a313a9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d38a313a9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d38a313a9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d38a313a9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38a313a9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38a313a9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d38a313a9a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d38a313a9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5a72c9198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5a72c9198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311850"/>
            <a:ext cx="4708200" cy="23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b="1" sz="5200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613150"/>
            <a:ext cx="4708200" cy="411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6500950" y="539500"/>
            <a:ext cx="1929900" cy="4572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237697" y="-361624"/>
            <a:ext cx="9810337" cy="1466543"/>
            <a:chOff x="-237697" y="-361624"/>
            <a:chExt cx="9810337" cy="146654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" name="Google Shape;20;p2"/>
            <p:cNvSpPr/>
            <p:nvPr/>
          </p:nvSpPr>
          <p:spPr>
            <a:xfrm>
              <a:off x="8830749" y="44251"/>
              <a:ext cx="741890" cy="642509"/>
            </a:xfrm>
            <a:custGeom>
              <a:rect b="b" l="l" r="r" t="t"/>
              <a:pathLst>
                <a:path extrusionOk="0" h="13150" w="15184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18972" l="0" r="0" t="18966"/>
          <a:stretch/>
        </p:blipFill>
        <p:spPr>
          <a:xfrm>
            <a:off x="124825" y="4026854"/>
            <a:ext cx="1695600" cy="10523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666225" y="-114350"/>
            <a:ext cx="2735297" cy="5581292"/>
            <a:chOff x="6666225" y="-114350"/>
            <a:chExt cx="2735297" cy="5581292"/>
          </a:xfrm>
        </p:grpSpPr>
        <p:grpSp>
          <p:nvGrpSpPr>
            <p:cNvPr id="24" name="Google Shape;24;p3"/>
            <p:cNvGrpSpPr/>
            <p:nvPr/>
          </p:nvGrpSpPr>
          <p:grpSpPr>
            <a:xfrm>
              <a:off x="7148219" y="4287222"/>
              <a:ext cx="2253303" cy="1179720"/>
              <a:chOff x="7319525" y="4220750"/>
              <a:chExt cx="2119758" cy="1109803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7319525" y="4509915"/>
                <a:ext cx="613585" cy="531392"/>
              </a:xfrm>
              <a:custGeom>
                <a:rect b="b" l="l" r="r" t="t"/>
                <a:pathLst>
                  <a:path extrusionOk="0" h="13150" w="15184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323586" y="4509915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8825617" y="4220750"/>
                <a:ext cx="613666" cy="531351"/>
              </a:xfrm>
              <a:custGeom>
                <a:rect b="b" l="l" r="r" t="t"/>
                <a:pathLst>
                  <a:path extrusionOk="0" h="13149" w="15186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7821556" y="4799161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8825617" y="4799161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3"/>
            <p:cNvGrpSpPr/>
            <p:nvPr/>
          </p:nvGrpSpPr>
          <p:grpSpPr>
            <a:xfrm>
              <a:off x="6666225" y="-114350"/>
              <a:ext cx="2230134" cy="863394"/>
              <a:chOff x="6666225" y="-114350"/>
              <a:chExt cx="2230134" cy="863394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7194377" y="189919"/>
                <a:ext cx="645595" cy="559124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6666225" y="-114350"/>
                <a:ext cx="645552" cy="559082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7722613" y="-114350"/>
                <a:ext cx="645595" cy="559082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8250807" y="189919"/>
                <a:ext cx="645552" cy="559124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" name="Google Shape;35;p3"/>
          <p:cNvSpPr txBox="1"/>
          <p:nvPr>
            <p:ph type="title"/>
          </p:nvPr>
        </p:nvSpPr>
        <p:spPr>
          <a:xfrm>
            <a:off x="3943350" y="2343900"/>
            <a:ext cx="4487400" cy="9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3"/>
          <p:cNvSpPr txBox="1"/>
          <p:nvPr>
            <p:ph hasCustomPrompt="1"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3943350" y="3303900"/>
            <a:ext cx="44874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720000" y="1215751"/>
            <a:ext cx="7704000" cy="13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⬣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 Light"/>
              <a:buChar char="■"/>
              <a:defRPr/>
            </a:lvl9pPr>
          </a:lstStyle>
          <a:p/>
        </p:txBody>
      </p:sp>
      <p:grpSp>
        <p:nvGrpSpPr>
          <p:cNvPr id="41" name="Google Shape;41;p4"/>
          <p:cNvGrpSpPr/>
          <p:nvPr/>
        </p:nvGrpSpPr>
        <p:grpSpPr>
          <a:xfrm>
            <a:off x="-135035" y="-218744"/>
            <a:ext cx="9767649" cy="5560568"/>
            <a:chOff x="-135035" y="-218744"/>
            <a:chExt cx="9767649" cy="5560568"/>
          </a:xfrm>
        </p:grpSpPr>
        <p:grpSp>
          <p:nvGrpSpPr>
            <p:cNvPr id="42" name="Google Shape;42;p4"/>
            <p:cNvGrpSpPr/>
            <p:nvPr/>
          </p:nvGrpSpPr>
          <p:grpSpPr>
            <a:xfrm rot="10800000">
              <a:off x="8463175" y="3572201"/>
              <a:ext cx="1169438" cy="1769623"/>
              <a:chOff x="-237723" y="-361624"/>
              <a:chExt cx="1169438" cy="1769623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rot="10800000">
              <a:off x="2" y="4022326"/>
              <a:ext cx="785989" cy="1163348"/>
              <a:chOff x="8694225" y="86051"/>
              <a:chExt cx="785989" cy="1163348"/>
            </a:xfrm>
          </p:grpSpPr>
          <p:sp>
            <p:nvSpPr>
              <p:cNvPr id="49" name="Google Shape;49;p4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" name="Google Shape;51;p4"/>
            <p:cNvSpPr/>
            <p:nvPr/>
          </p:nvSpPr>
          <p:spPr>
            <a:xfrm flipH="1" rot="10800000">
              <a:off x="8679163" y="99301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 rot="-5400000">
              <a:off x="125040" y="-478819"/>
              <a:ext cx="643199" cy="1163348"/>
              <a:chOff x="8529877" y="4094470"/>
              <a:chExt cx="643199" cy="1163348"/>
            </a:xfrm>
          </p:grpSpPr>
          <p:sp>
            <p:nvSpPr>
              <p:cNvPr id="53" name="Google Shape;53;p4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Font typeface="Questrial"/>
              <a:buNone/>
              <a:defRPr b="1" sz="33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" type="subTitle"/>
          </p:nvPr>
        </p:nvSpPr>
        <p:spPr>
          <a:xfrm>
            <a:off x="5055284" y="369521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subTitle"/>
          </p:nvPr>
        </p:nvSpPr>
        <p:spPr>
          <a:xfrm>
            <a:off x="1583300" y="369521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3" type="subTitle"/>
          </p:nvPr>
        </p:nvSpPr>
        <p:spPr>
          <a:xfrm>
            <a:off x="5055275" y="3301400"/>
            <a:ext cx="2505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4" type="subTitle"/>
          </p:nvPr>
        </p:nvSpPr>
        <p:spPr>
          <a:xfrm>
            <a:off x="1583075" y="3301400"/>
            <a:ext cx="2505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61" name="Google Shape;61;p5"/>
          <p:cNvGrpSpPr/>
          <p:nvPr/>
        </p:nvGrpSpPr>
        <p:grpSpPr>
          <a:xfrm>
            <a:off x="-135035" y="-218744"/>
            <a:ext cx="9767649" cy="5560568"/>
            <a:chOff x="-135035" y="-218744"/>
            <a:chExt cx="9767649" cy="5560568"/>
          </a:xfrm>
        </p:grpSpPr>
        <p:grpSp>
          <p:nvGrpSpPr>
            <p:cNvPr id="62" name="Google Shape;62;p5"/>
            <p:cNvGrpSpPr/>
            <p:nvPr/>
          </p:nvGrpSpPr>
          <p:grpSpPr>
            <a:xfrm rot="10800000">
              <a:off x="8463175" y="3572201"/>
              <a:ext cx="1169438" cy="1769623"/>
              <a:chOff x="-237723" y="-361624"/>
              <a:chExt cx="1169438" cy="1769623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5"/>
            <p:cNvGrpSpPr/>
            <p:nvPr/>
          </p:nvGrpSpPr>
          <p:grpSpPr>
            <a:xfrm rot="10800000">
              <a:off x="2" y="4022326"/>
              <a:ext cx="785989" cy="1163348"/>
              <a:chOff x="8694225" y="86051"/>
              <a:chExt cx="785989" cy="1163348"/>
            </a:xfrm>
          </p:grpSpPr>
          <p:sp>
            <p:nvSpPr>
              <p:cNvPr id="69" name="Google Shape;69;p5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" name="Google Shape;71;p5"/>
            <p:cNvSpPr/>
            <p:nvPr/>
          </p:nvSpPr>
          <p:spPr>
            <a:xfrm flipH="1" rot="10800000">
              <a:off x="8345788" y="99301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 rot="-5400000">
              <a:off x="125040" y="-478819"/>
              <a:ext cx="643199" cy="1163348"/>
              <a:chOff x="8529877" y="4094470"/>
              <a:chExt cx="643199" cy="1163348"/>
            </a:xfrm>
          </p:grpSpPr>
          <p:sp>
            <p:nvSpPr>
              <p:cNvPr id="73" name="Google Shape;73;p5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7" name="Google Shape;77;p6"/>
          <p:cNvGrpSpPr/>
          <p:nvPr/>
        </p:nvGrpSpPr>
        <p:grpSpPr>
          <a:xfrm>
            <a:off x="-499823" y="-218749"/>
            <a:ext cx="9980037" cy="5560573"/>
            <a:chOff x="-499823" y="-218749"/>
            <a:chExt cx="9980037" cy="5560573"/>
          </a:xfrm>
        </p:grpSpPr>
        <p:grpSp>
          <p:nvGrpSpPr>
            <p:cNvPr id="78" name="Google Shape;78;p6"/>
            <p:cNvGrpSpPr/>
            <p:nvPr/>
          </p:nvGrpSpPr>
          <p:grpSpPr>
            <a:xfrm>
              <a:off x="-499823" y="-218749"/>
              <a:ext cx="1169438" cy="1769623"/>
              <a:chOff x="-237723" y="-361624"/>
              <a:chExt cx="1169438" cy="1769623"/>
            </a:xfrm>
          </p:grpSpPr>
          <p:sp>
            <p:nvSpPr>
              <p:cNvPr id="79" name="Google Shape;79;p6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" name="Google Shape;84;p6"/>
            <p:cNvGrpSpPr/>
            <p:nvPr/>
          </p:nvGrpSpPr>
          <p:grpSpPr>
            <a:xfrm>
              <a:off x="8694225" y="86051"/>
              <a:ext cx="785989" cy="1163348"/>
              <a:chOff x="8694225" y="86051"/>
              <a:chExt cx="785989" cy="1163348"/>
            </a:xfrm>
          </p:grpSpPr>
          <p:sp>
            <p:nvSpPr>
              <p:cNvPr id="85" name="Google Shape;85;p6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flipH="1" rot="5400000">
              <a:off x="8364552" y="4438545"/>
              <a:ext cx="643199" cy="1163348"/>
              <a:chOff x="8529877" y="4094470"/>
              <a:chExt cx="643199" cy="1163348"/>
            </a:xfrm>
          </p:grpSpPr>
          <p:sp>
            <p:nvSpPr>
              <p:cNvPr id="88" name="Google Shape;88;p6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0" name="Google Shape;90;p6"/>
            <p:cNvSpPr/>
            <p:nvPr/>
          </p:nvSpPr>
          <p:spPr>
            <a:xfrm flipH="1">
              <a:off x="-236679" y="4784865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-524099" y="1366315"/>
            <a:ext cx="9943649" cy="1595970"/>
            <a:chOff x="-524099" y="1366315"/>
            <a:chExt cx="9943649" cy="1595970"/>
          </a:xfrm>
        </p:grpSpPr>
        <p:pic>
          <p:nvPicPr>
            <p:cNvPr id="92" name="Google Shape;92;p6"/>
            <p:cNvPicPr preferRelativeResize="0"/>
            <p:nvPr/>
          </p:nvPicPr>
          <p:blipFill rotWithShape="1">
            <a:blip r:embed="rId2">
              <a:alphaModFix/>
            </a:blip>
            <a:srcRect b="6732" l="22595" r="22589" t="6732"/>
            <a:stretch/>
          </p:blipFill>
          <p:spPr>
            <a:xfrm>
              <a:off x="8562975" y="1610050"/>
              <a:ext cx="856575" cy="1352225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pic>
        <p:pic>
          <p:nvPicPr>
            <p:cNvPr id="93" name="Google Shape;93;p6"/>
            <p:cNvPicPr preferRelativeResize="0"/>
            <p:nvPr/>
          </p:nvPicPr>
          <p:blipFill rotWithShape="1">
            <a:blip r:embed="rId2">
              <a:alphaModFix/>
            </a:blip>
            <a:srcRect b="6732" l="22595" r="22589" t="6732"/>
            <a:stretch/>
          </p:blipFill>
          <p:spPr>
            <a:xfrm rot="-9123115">
              <a:off x="-257175" y="1488188"/>
              <a:ext cx="856575" cy="135222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7"/>
          <p:cNvSpPr txBox="1"/>
          <p:nvPr>
            <p:ph idx="1" type="subTitle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lbert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 flipH="1">
            <a:off x="-430889" y="-387790"/>
            <a:ext cx="9803778" cy="5731850"/>
            <a:chOff x="-372485" y="-387790"/>
            <a:chExt cx="9803778" cy="5731850"/>
          </a:xfrm>
        </p:grpSpPr>
        <p:grpSp>
          <p:nvGrpSpPr>
            <p:cNvPr id="98" name="Google Shape;98;p7"/>
            <p:cNvGrpSpPr/>
            <p:nvPr/>
          </p:nvGrpSpPr>
          <p:grpSpPr>
            <a:xfrm>
              <a:off x="-248197" y="1518519"/>
              <a:ext cx="9679490" cy="3825525"/>
              <a:chOff x="-248197" y="1518519"/>
              <a:chExt cx="9679490" cy="3825525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-248197" y="4803664"/>
                <a:ext cx="623992" cy="540380"/>
              </a:xfrm>
              <a:custGeom>
                <a:rect b="b" l="l" r="r" t="t"/>
                <a:pathLst>
                  <a:path extrusionOk="0" h="8098" w="9351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8"/>
                    </a:lnTo>
                    <a:lnTo>
                      <a:pt x="7013" y="8098"/>
                    </a:lnTo>
                    <a:lnTo>
                      <a:pt x="9350" y="4049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7"/>
              <p:cNvSpPr/>
              <p:nvPr/>
            </p:nvSpPr>
            <p:spPr>
              <a:xfrm rot="-1799997">
                <a:off x="8714100" y="1638310"/>
                <a:ext cx="623927" cy="540247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6"/>
                    </a:lnTo>
                    <a:lnTo>
                      <a:pt x="7012" y="8096"/>
                    </a:lnTo>
                    <a:lnTo>
                      <a:pt x="9349" y="4049"/>
                    </a:lnTo>
                    <a:lnTo>
                      <a:pt x="70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" name="Google Shape;101;p7"/>
            <p:cNvGrpSpPr/>
            <p:nvPr/>
          </p:nvGrpSpPr>
          <p:grpSpPr>
            <a:xfrm>
              <a:off x="-372485" y="-387790"/>
              <a:ext cx="9745373" cy="5731850"/>
              <a:chOff x="-372485" y="-387790"/>
              <a:chExt cx="9745373" cy="5731850"/>
            </a:xfrm>
          </p:grpSpPr>
          <p:grpSp>
            <p:nvGrpSpPr>
              <p:cNvPr id="102" name="Google Shape;102;p7"/>
              <p:cNvGrpSpPr/>
              <p:nvPr/>
            </p:nvGrpSpPr>
            <p:grpSpPr>
              <a:xfrm>
                <a:off x="8679238" y="3435348"/>
                <a:ext cx="693651" cy="1908712"/>
                <a:chOff x="8679238" y="3435348"/>
                <a:chExt cx="693651" cy="1908712"/>
              </a:xfrm>
            </p:grpSpPr>
            <p:sp>
              <p:nvSpPr>
                <p:cNvPr id="103" name="Google Shape;103;p7"/>
                <p:cNvSpPr/>
                <p:nvPr/>
              </p:nvSpPr>
              <p:spPr>
                <a:xfrm flipH="1">
                  <a:off x="8679238" y="3435348"/>
                  <a:ext cx="693651" cy="600771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 flipH="1">
                  <a:off x="8679238" y="4743289"/>
                  <a:ext cx="693651" cy="600771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 flipH="1">
                  <a:off x="8679238" y="4089296"/>
                  <a:ext cx="693651" cy="600816"/>
                </a:xfrm>
                <a:custGeom>
                  <a:rect b="b" l="l" r="r" t="t"/>
                  <a:pathLst>
                    <a:path extrusionOk="0" h="13152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6" name="Google Shape;106;p7"/>
              <p:cNvGrpSpPr/>
              <p:nvPr/>
            </p:nvGrpSpPr>
            <p:grpSpPr>
              <a:xfrm>
                <a:off x="-372485" y="-387790"/>
                <a:ext cx="1690139" cy="860151"/>
                <a:chOff x="-115310" y="4491735"/>
                <a:chExt cx="1690139" cy="860151"/>
              </a:xfrm>
            </p:grpSpPr>
            <p:sp>
              <p:nvSpPr>
                <p:cNvPr id="107" name="Google Shape;107;p7"/>
                <p:cNvSpPr/>
                <p:nvPr/>
              </p:nvSpPr>
              <p:spPr>
                <a:xfrm>
                  <a:off x="931715" y="4789370"/>
                  <a:ext cx="643114" cy="557043"/>
                </a:xfrm>
                <a:custGeom>
                  <a:rect b="b" l="l" r="r" t="t"/>
                  <a:pathLst>
                    <a:path extrusionOk="0" h="13151" w="15183">
                      <a:moveTo>
                        <a:pt x="3796" y="0"/>
                      </a:moveTo>
                      <a:lnTo>
                        <a:pt x="0" y="6575"/>
                      </a:lnTo>
                      <a:lnTo>
                        <a:pt x="3796" y="13150"/>
                      </a:lnTo>
                      <a:lnTo>
                        <a:pt x="11387" y="13150"/>
                      </a:lnTo>
                      <a:lnTo>
                        <a:pt x="15183" y="6575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-115310" y="4794927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49"/>
                      </a:lnTo>
                      <a:lnTo>
                        <a:pt x="11387" y="13149"/>
                      </a:lnTo>
                      <a:lnTo>
                        <a:pt x="15183" y="6576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410904" y="4491735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4452475" y="1307100"/>
            <a:ext cx="3755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12" name="Google Shape;112;p8"/>
          <p:cNvGrpSpPr/>
          <p:nvPr/>
        </p:nvGrpSpPr>
        <p:grpSpPr>
          <a:xfrm flipH="1">
            <a:off x="-114468" y="-497824"/>
            <a:ext cx="9305259" cy="6038384"/>
            <a:chOff x="-199325" y="-650224"/>
            <a:chExt cx="9305259" cy="6038384"/>
          </a:xfrm>
        </p:grpSpPr>
        <p:grpSp>
          <p:nvGrpSpPr>
            <p:cNvPr id="113" name="Google Shape;113;p8"/>
            <p:cNvGrpSpPr/>
            <p:nvPr/>
          </p:nvGrpSpPr>
          <p:grpSpPr>
            <a:xfrm>
              <a:off x="7911067" y="-650224"/>
              <a:ext cx="1194866" cy="1833871"/>
              <a:chOff x="7911067" y="-650224"/>
              <a:chExt cx="1194866" cy="1833871"/>
            </a:xfrm>
          </p:grpSpPr>
          <p:sp>
            <p:nvSpPr>
              <p:cNvPr id="114" name="Google Shape;114;p8"/>
              <p:cNvSpPr/>
              <p:nvPr/>
            </p:nvSpPr>
            <p:spPr>
              <a:xfrm>
                <a:off x="8462735" y="5489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>
                <a:off x="8462777" y="-6502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7911067" y="-33533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8462756" y="626689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 flipH="1" rot="10800000">
              <a:off x="-199325" y="268530"/>
              <a:ext cx="785989" cy="1163348"/>
              <a:chOff x="8694225" y="86051"/>
              <a:chExt cx="785989" cy="1163348"/>
            </a:xfrm>
          </p:grpSpPr>
          <p:sp>
            <p:nvSpPr>
              <p:cNvPr id="119" name="Google Shape;119;p8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 rot="7222686">
              <a:off x="192302" y="4234895"/>
              <a:ext cx="643193" cy="1163339"/>
              <a:chOff x="8529877" y="4094470"/>
              <a:chExt cx="643199" cy="1163348"/>
            </a:xfrm>
          </p:grpSpPr>
          <p:sp>
            <p:nvSpPr>
              <p:cNvPr id="122" name="Google Shape;122;p8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" name="Google Shape;124;p8"/>
            <p:cNvSpPr/>
            <p:nvPr/>
          </p:nvSpPr>
          <p:spPr>
            <a:xfrm rot="-6988640">
              <a:off x="8312483" y="4384777"/>
              <a:ext cx="643162" cy="556964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713225" y="1655500"/>
            <a:ext cx="47826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713225" y="2816925"/>
            <a:ext cx="47826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8" name="Google Shape;128;p9"/>
          <p:cNvGrpSpPr/>
          <p:nvPr/>
        </p:nvGrpSpPr>
        <p:grpSpPr>
          <a:xfrm flipH="1">
            <a:off x="2" y="-205430"/>
            <a:ext cx="9350140" cy="5509154"/>
            <a:chOff x="-449423" y="-205430"/>
            <a:chExt cx="9350140" cy="5509154"/>
          </a:xfrm>
        </p:grpSpPr>
        <p:grpSp>
          <p:nvGrpSpPr>
            <p:cNvPr id="129" name="Google Shape;129;p9"/>
            <p:cNvGrpSpPr/>
            <p:nvPr/>
          </p:nvGrpSpPr>
          <p:grpSpPr>
            <a:xfrm rot="10800000">
              <a:off x="-449423" y="-205430"/>
              <a:ext cx="1169438" cy="1769623"/>
              <a:chOff x="-237723" y="-361624"/>
              <a:chExt cx="1169438" cy="1769623"/>
            </a:xfrm>
          </p:grpSpPr>
          <p:sp>
            <p:nvSpPr>
              <p:cNvPr id="130" name="Google Shape;130;p9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" name="Google Shape;135;p9"/>
            <p:cNvGrpSpPr/>
            <p:nvPr/>
          </p:nvGrpSpPr>
          <p:grpSpPr>
            <a:xfrm rot="10800000">
              <a:off x="8114728" y="-5"/>
              <a:ext cx="785989" cy="1163348"/>
              <a:chOff x="9010300" y="1915651"/>
              <a:chExt cx="785989" cy="1163348"/>
            </a:xfrm>
          </p:grpSpPr>
          <p:sp>
            <p:nvSpPr>
              <p:cNvPr id="136" name="Google Shape;136;p9"/>
              <p:cNvSpPr/>
              <p:nvPr/>
            </p:nvSpPr>
            <p:spPr>
              <a:xfrm flipH="1">
                <a:off x="9010300" y="19156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 flipH="1">
                <a:off x="9153175" y="25220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" name="Google Shape;138;p9"/>
            <p:cNvSpPr/>
            <p:nvPr/>
          </p:nvSpPr>
          <p:spPr>
            <a:xfrm flipH="1" rot="10800000">
              <a:off x="-273461" y="4456795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" name="Google Shape;139;p9"/>
            <p:cNvGrpSpPr/>
            <p:nvPr/>
          </p:nvGrpSpPr>
          <p:grpSpPr>
            <a:xfrm>
              <a:off x="6050641" y="4660525"/>
              <a:ext cx="2380123" cy="643199"/>
              <a:chOff x="6050641" y="4660525"/>
              <a:chExt cx="2380123" cy="643199"/>
            </a:xfrm>
          </p:grpSpPr>
          <p:sp>
            <p:nvSpPr>
              <p:cNvPr id="140" name="Google Shape;140;p9"/>
              <p:cNvSpPr/>
              <p:nvPr/>
            </p:nvSpPr>
            <p:spPr>
              <a:xfrm rot="-5400000">
                <a:off x="6613869" y="4703603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 rot="-5400000">
                <a:off x="6007543" y="4703624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 rot="-5400000">
                <a:off x="7830644" y="4703603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 rot="-5400000">
                <a:off x="7224318" y="4703624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/>
          <p:nvPr>
            <p:ph hasCustomPrompt="1" type="title"/>
          </p:nvPr>
        </p:nvSpPr>
        <p:spPr>
          <a:xfrm>
            <a:off x="3713400" y="1758788"/>
            <a:ext cx="4717500" cy="12141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Font typeface="Questrial"/>
              <a:buNone/>
              <a:defRPr b="1" sz="6000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1"/>
          <p:cNvSpPr txBox="1"/>
          <p:nvPr>
            <p:ph idx="1" type="subTitle"/>
          </p:nvPr>
        </p:nvSpPr>
        <p:spPr>
          <a:xfrm>
            <a:off x="3713400" y="2973112"/>
            <a:ext cx="47175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50" name="Google Shape;150;p11"/>
          <p:cNvGrpSpPr/>
          <p:nvPr/>
        </p:nvGrpSpPr>
        <p:grpSpPr>
          <a:xfrm flipH="1">
            <a:off x="-85722" y="-348372"/>
            <a:ext cx="9760956" cy="6773014"/>
            <a:chOff x="-1225510" y="-348372"/>
            <a:chExt cx="9760956" cy="6773014"/>
          </a:xfrm>
        </p:grpSpPr>
        <p:grpSp>
          <p:nvGrpSpPr>
            <p:cNvPr id="151" name="Google Shape;151;p11"/>
            <p:cNvGrpSpPr/>
            <p:nvPr/>
          </p:nvGrpSpPr>
          <p:grpSpPr>
            <a:xfrm rot="665584">
              <a:off x="-1031574" y="4004638"/>
              <a:ext cx="2197988" cy="2229381"/>
              <a:chOff x="1722737" y="3368313"/>
              <a:chExt cx="2198024" cy="2229417"/>
            </a:xfrm>
          </p:grpSpPr>
          <p:grpSp>
            <p:nvGrpSpPr>
              <p:cNvPr id="152" name="Google Shape;152;p11"/>
              <p:cNvGrpSpPr/>
              <p:nvPr/>
            </p:nvGrpSpPr>
            <p:grpSpPr>
              <a:xfrm rot="1128166">
                <a:off x="1962052" y="3598183"/>
                <a:ext cx="1719394" cy="1769678"/>
                <a:chOff x="-516942" y="319608"/>
                <a:chExt cx="1719455" cy="1769741"/>
              </a:xfrm>
            </p:grpSpPr>
            <p:sp>
              <p:nvSpPr>
                <p:cNvPr id="153" name="Google Shape;153;p11"/>
                <p:cNvSpPr/>
                <p:nvPr/>
              </p:nvSpPr>
              <p:spPr>
                <a:xfrm>
                  <a:off x="9271" y="925913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" name="Google Shape;154;p11"/>
                <p:cNvSpPr/>
                <p:nvPr/>
              </p:nvSpPr>
              <p:spPr>
                <a:xfrm>
                  <a:off x="9320" y="1532263"/>
                  <a:ext cx="643114" cy="557086"/>
                </a:xfrm>
                <a:custGeom>
                  <a:rect b="b" l="l" r="r" t="t"/>
                  <a:pathLst>
                    <a:path extrusionOk="0" h="13152" w="15183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11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11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rect b="b" l="l" r="r" t="t"/>
                  <a:pathLst>
                    <a:path extrusionOk="0" h="13150" w="15185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11"/>
                <p:cNvSpPr/>
                <p:nvPr/>
              </p:nvSpPr>
              <p:spPr>
                <a:xfrm>
                  <a:off x="559356" y="1238603"/>
                  <a:ext cx="643156" cy="556959"/>
                </a:xfrm>
                <a:custGeom>
                  <a:rect b="b" l="l" r="r" t="t"/>
                  <a:pathLst>
                    <a:path extrusionOk="0" h="13149" w="15184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8" name="Google Shape;158;p11"/>
              <p:cNvSpPr/>
              <p:nvPr/>
            </p:nvSpPr>
            <p:spPr>
              <a:xfrm rot="1128234">
                <a:off x="3097584" y="4093405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rot="1128234">
                <a:off x="1895434" y="4313505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" name="Google Shape;160;p11"/>
            <p:cNvSpPr/>
            <p:nvPr/>
          </p:nvSpPr>
          <p:spPr>
            <a:xfrm flipH="1" rot="1800095">
              <a:off x="-845176" y="3198479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-1800021">
              <a:off x="7756622" y="4805409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1"/>
            <p:cNvSpPr/>
            <p:nvPr/>
          </p:nvSpPr>
          <p:spPr>
            <a:xfrm flipH="1" rot="1800021">
              <a:off x="-181236" y="-224900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5">
                <a:alpha val="544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3" name="Google Shape;163;p11"/>
            <p:cNvGrpSpPr/>
            <p:nvPr/>
          </p:nvGrpSpPr>
          <p:grpSpPr>
            <a:xfrm>
              <a:off x="7393530" y="-258642"/>
              <a:ext cx="1141915" cy="1311307"/>
              <a:chOff x="7393530" y="-258642"/>
              <a:chExt cx="1141915" cy="1311307"/>
            </a:xfrm>
          </p:grpSpPr>
          <p:sp>
            <p:nvSpPr>
              <p:cNvPr id="164" name="Google Shape;164;p11"/>
              <p:cNvSpPr/>
              <p:nvPr/>
            </p:nvSpPr>
            <p:spPr>
              <a:xfrm rot="1793653">
                <a:off x="7796324" y="-135445"/>
                <a:ext cx="643084" cy="557060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rot="1793653">
                <a:off x="7489533" y="372516"/>
                <a:ext cx="643126" cy="556933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720000" y="5426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idx="1" type="subTitle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"/>
          <p:cNvSpPr txBox="1"/>
          <p:nvPr>
            <p:ph idx="2" type="subTitle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"/>
          <p:cNvSpPr txBox="1"/>
          <p:nvPr>
            <p:ph idx="3" type="subTitle"/>
          </p:nvPr>
        </p:nvSpPr>
        <p:spPr>
          <a:xfrm>
            <a:off x="720000" y="403129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3"/>
          <p:cNvSpPr txBox="1"/>
          <p:nvPr>
            <p:ph idx="4" type="subTitle"/>
          </p:nvPr>
        </p:nvSpPr>
        <p:spPr>
          <a:xfrm>
            <a:off x="3419274" y="403129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3"/>
          <p:cNvSpPr txBox="1"/>
          <p:nvPr>
            <p:ph idx="5" type="subTitle"/>
          </p:nvPr>
        </p:nvSpPr>
        <p:spPr>
          <a:xfrm>
            <a:off x="6118549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6" type="subTitle"/>
          </p:nvPr>
        </p:nvSpPr>
        <p:spPr>
          <a:xfrm>
            <a:off x="6118549" y="4031296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3"/>
          <p:cNvSpPr txBox="1"/>
          <p:nvPr>
            <p:ph hasCustomPrompt="1" idx="7" type="title"/>
          </p:nvPr>
        </p:nvSpPr>
        <p:spPr>
          <a:xfrm>
            <a:off x="1505400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" name="Google Shape;176;p13"/>
          <p:cNvSpPr txBox="1"/>
          <p:nvPr>
            <p:ph hasCustomPrompt="1" idx="8" type="title"/>
          </p:nvPr>
        </p:nvSpPr>
        <p:spPr>
          <a:xfrm>
            <a:off x="1505400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/>
          <p:nvPr>
            <p:ph hasCustomPrompt="1" idx="9" type="title"/>
          </p:nvPr>
        </p:nvSpPr>
        <p:spPr>
          <a:xfrm>
            <a:off x="4204671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/>
          <p:nvPr>
            <p:ph hasCustomPrompt="1" idx="13" type="title"/>
          </p:nvPr>
        </p:nvSpPr>
        <p:spPr>
          <a:xfrm>
            <a:off x="4204671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hasCustomPrompt="1" idx="14" type="title"/>
          </p:nvPr>
        </p:nvSpPr>
        <p:spPr>
          <a:xfrm>
            <a:off x="6903950" y="13163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/>
          <p:nvPr>
            <p:ph hasCustomPrompt="1" idx="15" type="title"/>
          </p:nvPr>
        </p:nvSpPr>
        <p:spPr>
          <a:xfrm>
            <a:off x="6903950" y="3140401"/>
            <a:ext cx="734700" cy="484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2" name="Google Shape;18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4" name="Google Shape;184;p13"/>
          <p:cNvSpPr txBox="1"/>
          <p:nvPr>
            <p:ph idx="19" type="subTitle"/>
          </p:nvPr>
        </p:nvSpPr>
        <p:spPr>
          <a:xfrm>
            <a:off x="720000" y="36252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20" type="subTitle"/>
          </p:nvPr>
        </p:nvSpPr>
        <p:spPr>
          <a:xfrm>
            <a:off x="3419271" y="36252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1" type="subTitle"/>
          </p:nvPr>
        </p:nvSpPr>
        <p:spPr>
          <a:xfrm>
            <a:off x="6118549" y="36252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187" name="Google Shape;187;p13"/>
          <p:cNvGrpSpPr/>
          <p:nvPr/>
        </p:nvGrpSpPr>
        <p:grpSpPr>
          <a:xfrm>
            <a:off x="-372485" y="-387790"/>
            <a:ext cx="9745373" cy="5731850"/>
            <a:chOff x="-372485" y="-387790"/>
            <a:chExt cx="9745373" cy="5731850"/>
          </a:xfrm>
        </p:grpSpPr>
        <p:grpSp>
          <p:nvGrpSpPr>
            <p:cNvPr id="188" name="Google Shape;188;p13"/>
            <p:cNvGrpSpPr/>
            <p:nvPr/>
          </p:nvGrpSpPr>
          <p:grpSpPr>
            <a:xfrm>
              <a:off x="-248197" y="-76190"/>
              <a:ext cx="9586222" cy="5420233"/>
              <a:chOff x="-248197" y="-76190"/>
              <a:chExt cx="9586222" cy="5420233"/>
            </a:xfrm>
          </p:grpSpPr>
          <p:sp>
            <p:nvSpPr>
              <p:cNvPr id="189" name="Google Shape;189;p13"/>
              <p:cNvSpPr/>
              <p:nvPr/>
            </p:nvSpPr>
            <p:spPr>
              <a:xfrm>
                <a:off x="-248197" y="4803664"/>
                <a:ext cx="623992" cy="540380"/>
              </a:xfrm>
              <a:custGeom>
                <a:rect b="b" l="l" r="r" t="t"/>
                <a:pathLst>
                  <a:path extrusionOk="0" h="8098" w="9351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8"/>
                    </a:lnTo>
                    <a:lnTo>
                      <a:pt x="7013" y="8098"/>
                    </a:lnTo>
                    <a:lnTo>
                      <a:pt x="9350" y="4049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8714100" y="-76190"/>
                <a:ext cx="623926" cy="540246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1" y="4049"/>
                    </a:lnTo>
                    <a:lnTo>
                      <a:pt x="2338" y="8096"/>
                    </a:lnTo>
                    <a:lnTo>
                      <a:pt x="7012" y="8096"/>
                    </a:lnTo>
                    <a:lnTo>
                      <a:pt x="9349" y="4049"/>
                    </a:lnTo>
                    <a:lnTo>
                      <a:pt x="70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" name="Google Shape;191;p13"/>
            <p:cNvGrpSpPr/>
            <p:nvPr/>
          </p:nvGrpSpPr>
          <p:grpSpPr>
            <a:xfrm>
              <a:off x="-372485" y="-387790"/>
              <a:ext cx="9745373" cy="5731850"/>
              <a:chOff x="-372485" y="-387790"/>
              <a:chExt cx="9745373" cy="5731850"/>
            </a:xfrm>
          </p:grpSpPr>
          <p:grpSp>
            <p:nvGrpSpPr>
              <p:cNvPr id="192" name="Google Shape;192;p13"/>
              <p:cNvGrpSpPr/>
              <p:nvPr/>
            </p:nvGrpSpPr>
            <p:grpSpPr>
              <a:xfrm>
                <a:off x="8679238" y="3435348"/>
                <a:ext cx="693651" cy="1908712"/>
                <a:chOff x="8679238" y="3435348"/>
                <a:chExt cx="693651" cy="1908712"/>
              </a:xfrm>
            </p:grpSpPr>
            <p:sp>
              <p:nvSpPr>
                <p:cNvPr id="193" name="Google Shape;193;p13"/>
                <p:cNvSpPr/>
                <p:nvPr/>
              </p:nvSpPr>
              <p:spPr>
                <a:xfrm flipH="1">
                  <a:off x="8679238" y="3435348"/>
                  <a:ext cx="693651" cy="600771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13"/>
                <p:cNvSpPr/>
                <p:nvPr/>
              </p:nvSpPr>
              <p:spPr>
                <a:xfrm flipH="1">
                  <a:off x="8679238" y="4743289"/>
                  <a:ext cx="693651" cy="600771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13"/>
                <p:cNvSpPr/>
                <p:nvPr/>
              </p:nvSpPr>
              <p:spPr>
                <a:xfrm flipH="1">
                  <a:off x="8679238" y="4089296"/>
                  <a:ext cx="693651" cy="600816"/>
                </a:xfrm>
                <a:custGeom>
                  <a:rect b="b" l="l" r="r" t="t"/>
                  <a:pathLst>
                    <a:path extrusionOk="0" h="13152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6" name="Google Shape;196;p13"/>
              <p:cNvGrpSpPr/>
              <p:nvPr/>
            </p:nvGrpSpPr>
            <p:grpSpPr>
              <a:xfrm>
                <a:off x="-372485" y="-387790"/>
                <a:ext cx="1690139" cy="860151"/>
                <a:chOff x="-115310" y="4491735"/>
                <a:chExt cx="1690139" cy="860151"/>
              </a:xfrm>
            </p:grpSpPr>
            <p:sp>
              <p:nvSpPr>
                <p:cNvPr id="197" name="Google Shape;197;p13"/>
                <p:cNvSpPr/>
                <p:nvPr/>
              </p:nvSpPr>
              <p:spPr>
                <a:xfrm>
                  <a:off x="931715" y="4789370"/>
                  <a:ext cx="643114" cy="557043"/>
                </a:xfrm>
                <a:custGeom>
                  <a:rect b="b" l="l" r="r" t="t"/>
                  <a:pathLst>
                    <a:path extrusionOk="0" h="13151" w="15183">
                      <a:moveTo>
                        <a:pt x="3796" y="0"/>
                      </a:moveTo>
                      <a:lnTo>
                        <a:pt x="0" y="6575"/>
                      </a:lnTo>
                      <a:lnTo>
                        <a:pt x="3796" y="13150"/>
                      </a:lnTo>
                      <a:lnTo>
                        <a:pt x="11387" y="13150"/>
                      </a:lnTo>
                      <a:lnTo>
                        <a:pt x="15183" y="6575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13"/>
                <p:cNvSpPr/>
                <p:nvPr/>
              </p:nvSpPr>
              <p:spPr>
                <a:xfrm>
                  <a:off x="-115310" y="4794927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49"/>
                      </a:lnTo>
                      <a:lnTo>
                        <a:pt x="11387" y="13149"/>
                      </a:lnTo>
                      <a:lnTo>
                        <a:pt x="15183" y="6576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13"/>
                <p:cNvSpPr/>
                <p:nvPr/>
              </p:nvSpPr>
              <p:spPr>
                <a:xfrm>
                  <a:off x="410904" y="4491735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200" name="Google Shape;20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430966">
            <a:off x="-681964" y="1983884"/>
            <a:ext cx="1459532" cy="14595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713245" y="3768400"/>
            <a:ext cx="43827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14"/>
          <p:cNvSpPr txBox="1"/>
          <p:nvPr>
            <p:ph idx="1" type="subTitle"/>
          </p:nvPr>
        </p:nvSpPr>
        <p:spPr>
          <a:xfrm>
            <a:off x="713225" y="799100"/>
            <a:ext cx="4382700" cy="29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04" name="Google Shape;204;p14"/>
          <p:cNvGrpSpPr/>
          <p:nvPr/>
        </p:nvGrpSpPr>
        <p:grpSpPr>
          <a:xfrm flipH="1" rot="10800000">
            <a:off x="-2977125" y="-3917974"/>
            <a:ext cx="13001636" cy="10059518"/>
            <a:chOff x="-3646125" y="-1267056"/>
            <a:chExt cx="13001636" cy="10059518"/>
          </a:xfrm>
        </p:grpSpPr>
        <p:grpSp>
          <p:nvGrpSpPr>
            <p:cNvPr id="205" name="Google Shape;205;p14"/>
            <p:cNvGrpSpPr/>
            <p:nvPr/>
          </p:nvGrpSpPr>
          <p:grpSpPr>
            <a:xfrm rot="665584">
              <a:off x="-2989623" y="-216947"/>
              <a:ext cx="11688632" cy="7959301"/>
              <a:chOff x="-548445" y="-1364282"/>
              <a:chExt cx="11688823" cy="7959430"/>
            </a:xfrm>
          </p:grpSpPr>
          <p:grpSp>
            <p:nvGrpSpPr>
              <p:cNvPr id="206" name="Google Shape;206;p14"/>
              <p:cNvGrpSpPr/>
              <p:nvPr/>
            </p:nvGrpSpPr>
            <p:grpSpPr>
              <a:xfrm rot="1128166">
                <a:off x="-24805" y="146841"/>
                <a:ext cx="10194255" cy="4937184"/>
                <a:chOff x="-3225946" y="-3757598"/>
                <a:chExt cx="10194617" cy="4937360"/>
              </a:xfrm>
            </p:grpSpPr>
            <p:sp>
              <p:nvSpPr>
                <p:cNvPr id="207" name="Google Shape;207;p14"/>
                <p:cNvSpPr/>
                <p:nvPr/>
              </p:nvSpPr>
              <p:spPr>
                <a:xfrm>
                  <a:off x="6325473" y="-3256850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" name="Google Shape;208;p14"/>
                <p:cNvSpPr/>
                <p:nvPr/>
              </p:nvSpPr>
              <p:spPr>
                <a:xfrm>
                  <a:off x="-3225946" y="-3463938"/>
                  <a:ext cx="643114" cy="557086"/>
                </a:xfrm>
                <a:custGeom>
                  <a:rect b="b" l="l" r="r" t="t"/>
                  <a:pathLst>
                    <a:path extrusionOk="0" h="13152" w="15183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14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" name="Google Shape;210;p14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rect b="b" l="l" r="r" t="t"/>
                  <a:pathLst>
                    <a:path extrusionOk="0" h="13150" w="15185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p14"/>
                <p:cNvSpPr/>
                <p:nvPr/>
              </p:nvSpPr>
              <p:spPr>
                <a:xfrm>
                  <a:off x="-2675909" y="-3757598"/>
                  <a:ext cx="643156" cy="556959"/>
                </a:xfrm>
                <a:custGeom>
                  <a:rect b="b" l="l" r="r" t="t"/>
                  <a:pathLst>
                    <a:path extrusionOk="0" h="13149" w="15184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2" name="Google Shape;212;p14"/>
              <p:cNvSpPr/>
              <p:nvPr/>
            </p:nvSpPr>
            <p:spPr>
              <a:xfrm rot="1128234">
                <a:off x="10424606" y="2169713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 rot="1128234">
                <a:off x="9222456" y="2389813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4" name="Google Shape;214;p14"/>
            <p:cNvSpPr/>
            <p:nvPr/>
          </p:nvSpPr>
          <p:spPr>
            <a:xfrm flipH="1" rot="1800095">
              <a:off x="-595564" y="-27896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" name="Google Shape;215;p14"/>
            <p:cNvGrpSpPr/>
            <p:nvPr/>
          </p:nvGrpSpPr>
          <p:grpSpPr>
            <a:xfrm>
              <a:off x="7419505" y="-706317"/>
              <a:ext cx="1141915" cy="1311307"/>
              <a:chOff x="7419505" y="-706317"/>
              <a:chExt cx="1141915" cy="1311307"/>
            </a:xfrm>
          </p:grpSpPr>
          <p:sp>
            <p:nvSpPr>
              <p:cNvPr id="216" name="Google Shape;216;p14"/>
              <p:cNvSpPr/>
              <p:nvPr/>
            </p:nvSpPr>
            <p:spPr>
              <a:xfrm flipH="1" rot="-1793653">
                <a:off x="7515543" y="-583120"/>
                <a:ext cx="643084" cy="557060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 flipH="1" rot="-1793653">
                <a:off x="7822292" y="-75159"/>
                <a:ext cx="643126" cy="556933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4860400" y="1180863"/>
            <a:ext cx="3373800" cy="16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" name="Google Shape;220;p15"/>
          <p:cNvSpPr txBox="1"/>
          <p:nvPr>
            <p:ph idx="1" type="subTitle"/>
          </p:nvPr>
        </p:nvSpPr>
        <p:spPr>
          <a:xfrm>
            <a:off x="4860400" y="2846338"/>
            <a:ext cx="33738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5"/>
          <p:cNvSpPr/>
          <p:nvPr>
            <p:ph idx="2" type="pic"/>
          </p:nvPr>
        </p:nvSpPr>
        <p:spPr>
          <a:xfrm flipH="1">
            <a:off x="909800" y="904502"/>
            <a:ext cx="3336900" cy="3334500"/>
          </a:xfrm>
          <a:prstGeom prst="hexagon">
            <a:avLst>
              <a:gd fmla="val 25000" name="adj"/>
              <a:gd fmla="val 115470" name="vf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grpSp>
        <p:nvGrpSpPr>
          <p:cNvPr id="222" name="Google Shape;222;p15"/>
          <p:cNvGrpSpPr/>
          <p:nvPr/>
        </p:nvGrpSpPr>
        <p:grpSpPr>
          <a:xfrm flipH="1">
            <a:off x="-109002" y="-358827"/>
            <a:ext cx="9325944" cy="5779087"/>
            <a:chOff x="46945" y="-435027"/>
            <a:chExt cx="9325944" cy="5779087"/>
          </a:xfrm>
        </p:grpSpPr>
        <p:grpSp>
          <p:nvGrpSpPr>
            <p:cNvPr id="223" name="Google Shape;223;p15"/>
            <p:cNvGrpSpPr/>
            <p:nvPr/>
          </p:nvGrpSpPr>
          <p:grpSpPr>
            <a:xfrm>
              <a:off x="46945" y="-435027"/>
              <a:ext cx="9162557" cy="1790477"/>
              <a:chOff x="46945" y="-435027"/>
              <a:chExt cx="9162557" cy="1790477"/>
            </a:xfrm>
          </p:grpSpPr>
          <p:sp>
            <p:nvSpPr>
              <p:cNvPr id="224" name="Google Shape;224;p15"/>
              <p:cNvSpPr/>
              <p:nvPr/>
            </p:nvSpPr>
            <p:spPr>
              <a:xfrm rot="-1799941">
                <a:off x="144251" y="53227"/>
                <a:ext cx="650773" cy="56360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5" name="Google Shape;225;p15"/>
              <p:cNvGrpSpPr/>
              <p:nvPr/>
            </p:nvGrpSpPr>
            <p:grpSpPr>
              <a:xfrm>
                <a:off x="8006298" y="-435027"/>
                <a:ext cx="1203203" cy="1790477"/>
                <a:chOff x="8006298" y="-435027"/>
                <a:chExt cx="1203203" cy="1790477"/>
              </a:xfrm>
            </p:grpSpPr>
            <p:sp>
              <p:nvSpPr>
                <p:cNvPr id="226" name="Google Shape;226;p15"/>
                <p:cNvSpPr/>
                <p:nvPr/>
              </p:nvSpPr>
              <p:spPr>
                <a:xfrm>
                  <a:off x="8558748" y="178483"/>
                  <a:ext cx="650753" cy="563586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" name="Google Shape;227;p15"/>
                <p:cNvSpPr/>
                <p:nvPr/>
              </p:nvSpPr>
              <p:spPr>
                <a:xfrm>
                  <a:off x="8558748" y="-435027"/>
                  <a:ext cx="650753" cy="563629"/>
                </a:xfrm>
                <a:custGeom>
                  <a:rect b="b" l="l" r="r" t="t"/>
                  <a:pathLst>
                    <a:path extrusionOk="0" h="13152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" name="Google Shape;228;p15"/>
                <p:cNvSpPr/>
                <p:nvPr/>
              </p:nvSpPr>
              <p:spPr>
                <a:xfrm>
                  <a:off x="8558748" y="791950"/>
                  <a:ext cx="650753" cy="563500"/>
                </a:xfrm>
                <a:custGeom>
                  <a:rect b="b" l="l" r="r" t="t"/>
                  <a:pathLst>
                    <a:path extrusionOk="0" h="13149" w="15185">
                      <a:moveTo>
                        <a:pt x="3796" y="0"/>
                      </a:moveTo>
                      <a:lnTo>
                        <a:pt x="0" y="6573"/>
                      </a:lnTo>
                      <a:lnTo>
                        <a:pt x="3796" y="13148"/>
                      </a:lnTo>
                      <a:lnTo>
                        <a:pt x="11388" y="13148"/>
                      </a:lnTo>
                      <a:lnTo>
                        <a:pt x="15185" y="6573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" name="Google Shape;229;p15"/>
                <p:cNvSpPr/>
                <p:nvPr/>
              </p:nvSpPr>
              <p:spPr>
                <a:xfrm>
                  <a:off x="8006298" y="-97742"/>
                  <a:ext cx="650753" cy="563586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30" name="Google Shape;230;p15"/>
            <p:cNvGrpSpPr/>
            <p:nvPr/>
          </p:nvGrpSpPr>
          <p:grpSpPr>
            <a:xfrm>
              <a:off x="8679238" y="3435348"/>
              <a:ext cx="693651" cy="1908712"/>
              <a:chOff x="8679238" y="3435348"/>
              <a:chExt cx="693651" cy="1908712"/>
            </a:xfrm>
          </p:grpSpPr>
          <p:sp>
            <p:nvSpPr>
              <p:cNvPr id="231" name="Google Shape;231;p15"/>
              <p:cNvSpPr/>
              <p:nvPr/>
            </p:nvSpPr>
            <p:spPr>
              <a:xfrm flipH="1">
                <a:off x="8679238" y="3435348"/>
                <a:ext cx="693651" cy="600771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 flipH="1">
                <a:off x="8679238" y="4743289"/>
                <a:ext cx="693651" cy="600771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 flipH="1">
                <a:off x="8679238" y="4089296"/>
                <a:ext cx="693651" cy="600816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/>
          <p:nvPr>
            <p:ph type="title"/>
          </p:nvPr>
        </p:nvSpPr>
        <p:spPr>
          <a:xfrm>
            <a:off x="713224" y="1501200"/>
            <a:ext cx="28998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6" name="Google Shape;236;p16"/>
          <p:cNvSpPr txBox="1"/>
          <p:nvPr>
            <p:ph idx="1" type="subTitle"/>
          </p:nvPr>
        </p:nvSpPr>
        <p:spPr>
          <a:xfrm>
            <a:off x="713362" y="2562000"/>
            <a:ext cx="28998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7" name="Google Shape;237;p16"/>
          <p:cNvGrpSpPr/>
          <p:nvPr/>
        </p:nvGrpSpPr>
        <p:grpSpPr>
          <a:xfrm>
            <a:off x="-449423" y="-205430"/>
            <a:ext cx="9799565" cy="5509154"/>
            <a:chOff x="-449423" y="-205430"/>
            <a:chExt cx="9799565" cy="5509154"/>
          </a:xfrm>
        </p:grpSpPr>
        <p:grpSp>
          <p:nvGrpSpPr>
            <p:cNvPr id="238" name="Google Shape;238;p16"/>
            <p:cNvGrpSpPr/>
            <p:nvPr/>
          </p:nvGrpSpPr>
          <p:grpSpPr>
            <a:xfrm rot="10800000">
              <a:off x="-449423" y="-205430"/>
              <a:ext cx="1169438" cy="1769623"/>
              <a:chOff x="-237723" y="-361624"/>
              <a:chExt cx="1169438" cy="1769623"/>
            </a:xfrm>
          </p:grpSpPr>
          <p:sp>
            <p:nvSpPr>
              <p:cNvPr id="239" name="Google Shape;239;p16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16"/>
            <p:cNvGrpSpPr/>
            <p:nvPr/>
          </p:nvGrpSpPr>
          <p:grpSpPr>
            <a:xfrm rot="10800000">
              <a:off x="8564153" y="1829595"/>
              <a:ext cx="785989" cy="1163348"/>
              <a:chOff x="8560875" y="86051"/>
              <a:chExt cx="785989" cy="1163348"/>
            </a:xfrm>
          </p:grpSpPr>
          <p:sp>
            <p:nvSpPr>
              <p:cNvPr id="245" name="Google Shape;245;p16"/>
              <p:cNvSpPr/>
              <p:nvPr/>
            </p:nvSpPr>
            <p:spPr>
              <a:xfrm flipH="1">
                <a:off x="856087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 flipH="1">
                <a:off x="870375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7" name="Google Shape;247;p16"/>
            <p:cNvSpPr/>
            <p:nvPr/>
          </p:nvSpPr>
          <p:spPr>
            <a:xfrm flipH="1" rot="10800000">
              <a:off x="-307536" y="4042195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" name="Google Shape;248;p16"/>
            <p:cNvGrpSpPr/>
            <p:nvPr/>
          </p:nvGrpSpPr>
          <p:grpSpPr>
            <a:xfrm>
              <a:off x="6050641" y="4660525"/>
              <a:ext cx="2380123" cy="643199"/>
              <a:chOff x="6050641" y="4660525"/>
              <a:chExt cx="2380123" cy="643199"/>
            </a:xfrm>
          </p:grpSpPr>
          <p:sp>
            <p:nvSpPr>
              <p:cNvPr id="249" name="Google Shape;249;p16"/>
              <p:cNvSpPr/>
              <p:nvPr/>
            </p:nvSpPr>
            <p:spPr>
              <a:xfrm rot="-5400000">
                <a:off x="6613869" y="4703603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6"/>
              <p:cNvSpPr/>
              <p:nvPr/>
            </p:nvSpPr>
            <p:spPr>
              <a:xfrm rot="-5400000">
                <a:off x="6007543" y="4703624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 rot="-5400000">
                <a:off x="7830644" y="4703603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 rot="-5400000">
                <a:off x="7224318" y="4703624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7"/>
          <p:cNvGrpSpPr/>
          <p:nvPr/>
        </p:nvGrpSpPr>
        <p:grpSpPr>
          <a:xfrm>
            <a:off x="-199325" y="-650224"/>
            <a:ext cx="9586264" cy="6038384"/>
            <a:chOff x="-199325" y="-650224"/>
            <a:chExt cx="9586264" cy="6038384"/>
          </a:xfrm>
        </p:grpSpPr>
        <p:grpSp>
          <p:nvGrpSpPr>
            <p:cNvPr id="255" name="Google Shape;255;p17"/>
            <p:cNvGrpSpPr/>
            <p:nvPr/>
          </p:nvGrpSpPr>
          <p:grpSpPr>
            <a:xfrm>
              <a:off x="7911067" y="-650224"/>
              <a:ext cx="1194866" cy="1833871"/>
              <a:chOff x="7911067" y="-650224"/>
              <a:chExt cx="1194866" cy="1833871"/>
            </a:xfrm>
          </p:grpSpPr>
          <p:sp>
            <p:nvSpPr>
              <p:cNvPr id="256" name="Google Shape;256;p17"/>
              <p:cNvSpPr/>
              <p:nvPr/>
            </p:nvSpPr>
            <p:spPr>
              <a:xfrm>
                <a:off x="8462735" y="5489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8462777" y="-6502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7911067" y="-33533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8462756" y="626689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17"/>
            <p:cNvGrpSpPr/>
            <p:nvPr/>
          </p:nvGrpSpPr>
          <p:grpSpPr>
            <a:xfrm flipH="1" rot="10800000">
              <a:off x="-199325" y="268530"/>
              <a:ext cx="785989" cy="1163348"/>
              <a:chOff x="8694225" y="86051"/>
              <a:chExt cx="785989" cy="1163348"/>
            </a:xfrm>
          </p:grpSpPr>
          <p:sp>
            <p:nvSpPr>
              <p:cNvPr id="261" name="Google Shape;261;p17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7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7"/>
            <p:cNvGrpSpPr/>
            <p:nvPr/>
          </p:nvGrpSpPr>
          <p:grpSpPr>
            <a:xfrm rot="7222686">
              <a:off x="192302" y="4234895"/>
              <a:ext cx="643193" cy="1163339"/>
              <a:chOff x="8529877" y="4094470"/>
              <a:chExt cx="643199" cy="1163348"/>
            </a:xfrm>
          </p:grpSpPr>
          <p:sp>
            <p:nvSpPr>
              <p:cNvPr id="264" name="Google Shape;264;p17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7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6" name="Google Shape;266;p17"/>
            <p:cNvSpPr/>
            <p:nvPr/>
          </p:nvSpPr>
          <p:spPr>
            <a:xfrm rot="10800000">
              <a:off x="8743782" y="2754658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17"/>
          <p:cNvSpPr txBox="1"/>
          <p:nvPr>
            <p:ph type="title"/>
          </p:nvPr>
        </p:nvSpPr>
        <p:spPr>
          <a:xfrm>
            <a:off x="5530749" y="1501200"/>
            <a:ext cx="28998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8" name="Google Shape;268;p17"/>
          <p:cNvSpPr txBox="1"/>
          <p:nvPr>
            <p:ph idx="1" type="subTitle"/>
          </p:nvPr>
        </p:nvSpPr>
        <p:spPr>
          <a:xfrm>
            <a:off x="5530887" y="2562000"/>
            <a:ext cx="28998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18"/>
          <p:cNvSpPr txBox="1"/>
          <p:nvPr>
            <p:ph idx="1" type="subTitle"/>
          </p:nvPr>
        </p:nvSpPr>
        <p:spPr>
          <a:xfrm>
            <a:off x="4832628" y="2912100"/>
            <a:ext cx="28137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8"/>
          <p:cNvSpPr txBox="1"/>
          <p:nvPr>
            <p:ph idx="2" type="subTitle"/>
          </p:nvPr>
        </p:nvSpPr>
        <p:spPr>
          <a:xfrm>
            <a:off x="1497650" y="2912100"/>
            <a:ext cx="2813700" cy="11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18"/>
          <p:cNvSpPr txBox="1"/>
          <p:nvPr>
            <p:ph idx="3" type="subTitle"/>
          </p:nvPr>
        </p:nvSpPr>
        <p:spPr>
          <a:xfrm>
            <a:off x="1497650" y="2503800"/>
            <a:ext cx="28137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274" name="Google Shape;274;p18"/>
          <p:cNvSpPr txBox="1"/>
          <p:nvPr>
            <p:ph idx="4" type="subTitle"/>
          </p:nvPr>
        </p:nvSpPr>
        <p:spPr>
          <a:xfrm>
            <a:off x="4832635" y="2503800"/>
            <a:ext cx="28137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275" name="Google Shape;275;p18"/>
          <p:cNvGrpSpPr/>
          <p:nvPr/>
        </p:nvGrpSpPr>
        <p:grpSpPr>
          <a:xfrm>
            <a:off x="-413802" y="-435027"/>
            <a:ext cx="9786690" cy="5779087"/>
            <a:chOff x="-413802" y="-435027"/>
            <a:chExt cx="9786690" cy="5779087"/>
          </a:xfrm>
        </p:grpSpPr>
        <p:grpSp>
          <p:nvGrpSpPr>
            <p:cNvPr id="276" name="Google Shape;276;p18"/>
            <p:cNvGrpSpPr/>
            <p:nvPr/>
          </p:nvGrpSpPr>
          <p:grpSpPr>
            <a:xfrm>
              <a:off x="-413802" y="-435027"/>
              <a:ext cx="9623303" cy="1790477"/>
              <a:chOff x="-413802" y="-435027"/>
              <a:chExt cx="9623303" cy="1790477"/>
            </a:xfrm>
          </p:grpSpPr>
          <p:sp>
            <p:nvSpPr>
              <p:cNvPr id="277" name="Google Shape;277;p18"/>
              <p:cNvSpPr/>
              <p:nvPr/>
            </p:nvSpPr>
            <p:spPr>
              <a:xfrm>
                <a:off x="-413802" y="-183469"/>
                <a:ext cx="650753" cy="563586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8" name="Google Shape;278;p18"/>
              <p:cNvGrpSpPr/>
              <p:nvPr/>
            </p:nvGrpSpPr>
            <p:grpSpPr>
              <a:xfrm>
                <a:off x="8006298" y="-435027"/>
                <a:ext cx="1203203" cy="1790477"/>
                <a:chOff x="8006298" y="-435027"/>
                <a:chExt cx="1203203" cy="1790477"/>
              </a:xfrm>
            </p:grpSpPr>
            <p:sp>
              <p:nvSpPr>
                <p:cNvPr id="279" name="Google Shape;279;p18"/>
                <p:cNvSpPr/>
                <p:nvPr/>
              </p:nvSpPr>
              <p:spPr>
                <a:xfrm>
                  <a:off x="8558748" y="178483"/>
                  <a:ext cx="650753" cy="563586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18"/>
                <p:cNvSpPr/>
                <p:nvPr/>
              </p:nvSpPr>
              <p:spPr>
                <a:xfrm>
                  <a:off x="8558748" y="-435027"/>
                  <a:ext cx="650753" cy="563629"/>
                </a:xfrm>
                <a:custGeom>
                  <a:rect b="b" l="l" r="r" t="t"/>
                  <a:pathLst>
                    <a:path extrusionOk="0" h="13152" w="15185">
                      <a:moveTo>
                        <a:pt x="3796" y="1"/>
                      </a:moveTo>
                      <a:lnTo>
                        <a:pt x="0" y="6576"/>
                      </a:lnTo>
                      <a:lnTo>
                        <a:pt x="3796" y="13151"/>
                      </a:lnTo>
                      <a:lnTo>
                        <a:pt x="11388" y="13151"/>
                      </a:lnTo>
                      <a:lnTo>
                        <a:pt x="15185" y="6576"/>
                      </a:lnTo>
                      <a:lnTo>
                        <a:pt x="11388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18"/>
                <p:cNvSpPr/>
                <p:nvPr/>
              </p:nvSpPr>
              <p:spPr>
                <a:xfrm>
                  <a:off x="8558748" y="791950"/>
                  <a:ext cx="650753" cy="563500"/>
                </a:xfrm>
                <a:custGeom>
                  <a:rect b="b" l="l" r="r" t="t"/>
                  <a:pathLst>
                    <a:path extrusionOk="0" h="13149" w="15185">
                      <a:moveTo>
                        <a:pt x="3796" y="0"/>
                      </a:moveTo>
                      <a:lnTo>
                        <a:pt x="0" y="6573"/>
                      </a:lnTo>
                      <a:lnTo>
                        <a:pt x="3796" y="13148"/>
                      </a:lnTo>
                      <a:lnTo>
                        <a:pt x="11388" y="13148"/>
                      </a:lnTo>
                      <a:lnTo>
                        <a:pt x="15185" y="6573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58859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18"/>
                <p:cNvSpPr/>
                <p:nvPr/>
              </p:nvSpPr>
              <p:spPr>
                <a:xfrm>
                  <a:off x="8006298" y="-97742"/>
                  <a:ext cx="650753" cy="563586"/>
                </a:xfrm>
                <a:custGeom>
                  <a:rect b="b" l="l" r="r" t="t"/>
                  <a:pathLst>
                    <a:path extrusionOk="0" h="13151" w="15185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50"/>
                      </a:lnTo>
                      <a:lnTo>
                        <a:pt x="11388" y="13150"/>
                      </a:lnTo>
                      <a:lnTo>
                        <a:pt x="15185" y="6574"/>
                      </a:lnTo>
                      <a:lnTo>
                        <a:pt x="11388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83" name="Google Shape;283;p18"/>
            <p:cNvGrpSpPr/>
            <p:nvPr/>
          </p:nvGrpSpPr>
          <p:grpSpPr>
            <a:xfrm>
              <a:off x="8679238" y="3435348"/>
              <a:ext cx="693651" cy="1908712"/>
              <a:chOff x="8679238" y="3435348"/>
              <a:chExt cx="693651" cy="1908712"/>
            </a:xfrm>
          </p:grpSpPr>
          <p:sp>
            <p:nvSpPr>
              <p:cNvPr id="284" name="Google Shape;284;p18"/>
              <p:cNvSpPr/>
              <p:nvPr/>
            </p:nvSpPr>
            <p:spPr>
              <a:xfrm flipH="1">
                <a:off x="8679238" y="3435348"/>
                <a:ext cx="693651" cy="600771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 flipH="1">
                <a:off x="8679238" y="4743289"/>
                <a:ext cx="693651" cy="600771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 flipH="1">
                <a:off x="8679238" y="4089296"/>
                <a:ext cx="693651" cy="600816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9"/>
          <p:cNvGrpSpPr/>
          <p:nvPr/>
        </p:nvGrpSpPr>
        <p:grpSpPr>
          <a:xfrm>
            <a:off x="-246361" y="56056"/>
            <a:ext cx="9839799" cy="5447718"/>
            <a:chOff x="-246361" y="56056"/>
            <a:chExt cx="9839799" cy="5447718"/>
          </a:xfrm>
        </p:grpSpPr>
        <p:grpSp>
          <p:nvGrpSpPr>
            <p:cNvPr id="289" name="Google Shape;289;p19"/>
            <p:cNvGrpSpPr/>
            <p:nvPr/>
          </p:nvGrpSpPr>
          <p:grpSpPr>
            <a:xfrm rot="10800000">
              <a:off x="8424000" y="3734151"/>
              <a:ext cx="1169438" cy="1769623"/>
              <a:chOff x="-531598" y="-361624"/>
              <a:chExt cx="1169438" cy="1769623"/>
            </a:xfrm>
          </p:grpSpPr>
          <p:sp>
            <p:nvSpPr>
              <p:cNvPr id="290" name="Google Shape;290;p19"/>
              <p:cNvSpPr/>
              <p:nvPr/>
            </p:nvSpPr>
            <p:spPr>
              <a:xfrm>
                <a:off x="-5359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-531572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-531572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-5359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-531598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19"/>
            <p:cNvGrpSpPr/>
            <p:nvPr/>
          </p:nvGrpSpPr>
          <p:grpSpPr>
            <a:xfrm rot="10800000">
              <a:off x="-246361" y="4035626"/>
              <a:ext cx="643114" cy="1163348"/>
              <a:chOff x="9156687" y="86051"/>
              <a:chExt cx="643114" cy="1163348"/>
            </a:xfrm>
          </p:grpSpPr>
          <p:sp>
            <p:nvSpPr>
              <p:cNvPr id="296" name="Google Shape;296;p19"/>
              <p:cNvSpPr/>
              <p:nvPr/>
            </p:nvSpPr>
            <p:spPr>
              <a:xfrm flipH="1">
                <a:off x="9156687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 flipH="1">
                <a:off x="9156687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8" name="Google Shape;298;p19"/>
            <p:cNvSpPr/>
            <p:nvPr/>
          </p:nvSpPr>
          <p:spPr>
            <a:xfrm rot="-5400000">
              <a:off x="-246408" y="99133"/>
              <a:ext cx="643199" cy="557043"/>
            </a:xfrm>
            <a:custGeom>
              <a:rect b="b" l="l" r="r" t="t"/>
              <a:pathLst>
                <a:path extrusionOk="0" h="13151" w="15185">
                  <a:moveTo>
                    <a:pt x="3797" y="1"/>
                  </a:moveTo>
                  <a:lnTo>
                    <a:pt x="1" y="6576"/>
                  </a:lnTo>
                  <a:lnTo>
                    <a:pt x="3797" y="13151"/>
                  </a:lnTo>
                  <a:lnTo>
                    <a:pt x="11389" y="13151"/>
                  </a:lnTo>
                  <a:lnTo>
                    <a:pt x="15185" y="6576"/>
                  </a:lnTo>
                  <a:lnTo>
                    <a:pt x="11389" y="1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 flipH="1" rot="10800000">
              <a:off x="8726638" y="99176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1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19"/>
          <p:cNvSpPr txBox="1"/>
          <p:nvPr>
            <p:ph idx="1" type="subTitle"/>
          </p:nvPr>
        </p:nvSpPr>
        <p:spPr>
          <a:xfrm>
            <a:off x="4832078" y="1820025"/>
            <a:ext cx="32541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9"/>
          <p:cNvSpPr txBox="1"/>
          <p:nvPr>
            <p:ph idx="2" type="subTitle"/>
          </p:nvPr>
        </p:nvSpPr>
        <p:spPr>
          <a:xfrm>
            <a:off x="1057900" y="1820025"/>
            <a:ext cx="3254100" cy="20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0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5" name="Google Shape;305;p20"/>
          <p:cNvSpPr txBox="1"/>
          <p:nvPr>
            <p:ph idx="1" type="subTitle"/>
          </p:nvPr>
        </p:nvSpPr>
        <p:spPr>
          <a:xfrm>
            <a:off x="5049900" y="1178725"/>
            <a:ext cx="3374100" cy="3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⬣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20"/>
          <p:cNvSpPr txBox="1"/>
          <p:nvPr>
            <p:ph idx="2" type="subTitle"/>
          </p:nvPr>
        </p:nvSpPr>
        <p:spPr>
          <a:xfrm>
            <a:off x="713225" y="1178725"/>
            <a:ext cx="3374100" cy="34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⬣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07" name="Google Shape;307;p20"/>
          <p:cNvGrpSpPr/>
          <p:nvPr/>
        </p:nvGrpSpPr>
        <p:grpSpPr>
          <a:xfrm>
            <a:off x="-390406" y="-500457"/>
            <a:ext cx="9848979" cy="6159026"/>
            <a:chOff x="-390406" y="-500457"/>
            <a:chExt cx="9848979" cy="6159026"/>
          </a:xfrm>
        </p:grpSpPr>
        <p:grpSp>
          <p:nvGrpSpPr>
            <p:cNvPr id="308" name="Google Shape;308;p20"/>
            <p:cNvGrpSpPr/>
            <p:nvPr/>
          </p:nvGrpSpPr>
          <p:grpSpPr>
            <a:xfrm>
              <a:off x="-390406" y="3551953"/>
              <a:ext cx="1384068" cy="2106616"/>
              <a:chOff x="-390406" y="3551953"/>
              <a:chExt cx="1384068" cy="2106616"/>
            </a:xfrm>
          </p:grpSpPr>
          <p:sp>
            <p:nvSpPr>
              <p:cNvPr id="309" name="Google Shape;309;p20"/>
              <p:cNvSpPr/>
              <p:nvPr/>
            </p:nvSpPr>
            <p:spPr>
              <a:xfrm flipH="1" rot="3513254">
                <a:off x="-306623" y="3693085"/>
                <a:ext cx="643125" cy="556980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 flipH="1" rot="3513254">
                <a:off x="266855" y="4626796"/>
                <a:ext cx="643040" cy="556895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 flipH="1" rot="3513254">
                <a:off x="-283804" y="4349482"/>
                <a:ext cx="643125" cy="55693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 flipH="1" rot="3513254">
                <a:off x="-259691" y="4960540"/>
                <a:ext cx="643083" cy="556895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3" name="Google Shape;313;p20"/>
            <p:cNvGrpSpPr/>
            <p:nvPr/>
          </p:nvGrpSpPr>
          <p:grpSpPr>
            <a:xfrm>
              <a:off x="7632034" y="-463944"/>
              <a:ext cx="1826539" cy="1003443"/>
              <a:chOff x="7632034" y="-463944"/>
              <a:chExt cx="1826539" cy="1003443"/>
            </a:xfrm>
          </p:grpSpPr>
          <p:sp>
            <p:nvSpPr>
              <p:cNvPr id="314" name="Google Shape;314;p20"/>
              <p:cNvSpPr/>
              <p:nvPr/>
            </p:nvSpPr>
            <p:spPr>
              <a:xfrm>
                <a:off x="8273134" y="-17587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8815459" y="-32413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0"/>
              <p:cNvSpPr/>
              <p:nvPr/>
            </p:nvSpPr>
            <p:spPr>
              <a:xfrm flipH="1" rot="-3577355">
                <a:off x="7713332" y="-324160"/>
                <a:ext cx="643201" cy="557003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7" name="Google Shape;317;p20"/>
            <p:cNvGrpSpPr/>
            <p:nvPr/>
          </p:nvGrpSpPr>
          <p:grpSpPr>
            <a:xfrm>
              <a:off x="-80607" y="-500457"/>
              <a:ext cx="803935" cy="1450720"/>
              <a:chOff x="-80607" y="-500457"/>
              <a:chExt cx="803935" cy="1450720"/>
            </a:xfrm>
          </p:grpSpPr>
          <p:sp>
            <p:nvSpPr>
              <p:cNvPr id="318" name="Google Shape;318;p20"/>
              <p:cNvSpPr/>
              <p:nvPr/>
            </p:nvSpPr>
            <p:spPr>
              <a:xfrm rot="3599905">
                <a:off x="-221" y="-361198"/>
                <a:ext cx="643164" cy="556965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0"/>
              <p:cNvSpPr/>
              <p:nvPr/>
            </p:nvSpPr>
            <p:spPr>
              <a:xfrm rot="3599905">
                <a:off x="-221" y="254040"/>
                <a:ext cx="643164" cy="556965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2" name="Google Shape;322;p21"/>
          <p:cNvSpPr txBox="1"/>
          <p:nvPr>
            <p:ph idx="1" type="subTitle"/>
          </p:nvPr>
        </p:nvSpPr>
        <p:spPr>
          <a:xfrm>
            <a:off x="825400" y="3280741"/>
            <a:ext cx="2242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1"/>
          <p:cNvSpPr txBox="1"/>
          <p:nvPr>
            <p:ph idx="2" type="subTitle"/>
          </p:nvPr>
        </p:nvSpPr>
        <p:spPr>
          <a:xfrm>
            <a:off x="3450746" y="3280741"/>
            <a:ext cx="2242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1"/>
          <p:cNvSpPr txBox="1"/>
          <p:nvPr>
            <p:ph idx="3" type="subTitle"/>
          </p:nvPr>
        </p:nvSpPr>
        <p:spPr>
          <a:xfrm>
            <a:off x="6076098" y="3280741"/>
            <a:ext cx="2242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1"/>
          <p:cNvSpPr txBox="1"/>
          <p:nvPr>
            <p:ph idx="4" type="subTitle"/>
          </p:nvPr>
        </p:nvSpPr>
        <p:spPr>
          <a:xfrm>
            <a:off x="825400" y="2571690"/>
            <a:ext cx="22425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5" type="subTitle"/>
          </p:nvPr>
        </p:nvSpPr>
        <p:spPr>
          <a:xfrm>
            <a:off x="3450749" y="2571690"/>
            <a:ext cx="22425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27" name="Google Shape;327;p21"/>
          <p:cNvSpPr txBox="1"/>
          <p:nvPr>
            <p:ph idx="6" type="subTitle"/>
          </p:nvPr>
        </p:nvSpPr>
        <p:spPr>
          <a:xfrm>
            <a:off x="6076098" y="2571690"/>
            <a:ext cx="22425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328" name="Google Shape;328;p21"/>
          <p:cNvGrpSpPr/>
          <p:nvPr/>
        </p:nvGrpSpPr>
        <p:grpSpPr>
          <a:xfrm>
            <a:off x="-199995" y="-61916"/>
            <a:ext cx="9581189" cy="5575314"/>
            <a:chOff x="-199995" y="-61916"/>
            <a:chExt cx="9581189" cy="5575314"/>
          </a:xfrm>
        </p:grpSpPr>
        <p:grpSp>
          <p:nvGrpSpPr>
            <p:cNvPr id="329" name="Google Shape;329;p21"/>
            <p:cNvGrpSpPr/>
            <p:nvPr/>
          </p:nvGrpSpPr>
          <p:grpSpPr>
            <a:xfrm>
              <a:off x="7665884" y="4670680"/>
              <a:ext cx="1715311" cy="842718"/>
              <a:chOff x="7665884" y="4670680"/>
              <a:chExt cx="1715311" cy="842718"/>
            </a:xfrm>
          </p:grpSpPr>
          <p:sp>
            <p:nvSpPr>
              <p:cNvPr id="330" name="Google Shape;330;p21"/>
              <p:cNvSpPr/>
              <p:nvPr/>
            </p:nvSpPr>
            <p:spPr>
              <a:xfrm>
                <a:off x="7665884" y="467068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8201959" y="495643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8738034" y="467068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21"/>
            <p:cNvGrpSpPr/>
            <p:nvPr/>
          </p:nvGrpSpPr>
          <p:grpSpPr>
            <a:xfrm>
              <a:off x="-199995" y="-61916"/>
              <a:ext cx="920006" cy="1178861"/>
              <a:chOff x="71705" y="-61916"/>
              <a:chExt cx="920006" cy="1178861"/>
            </a:xfrm>
          </p:grpSpPr>
          <p:sp>
            <p:nvSpPr>
              <p:cNvPr id="334" name="Google Shape;334;p21"/>
              <p:cNvSpPr/>
              <p:nvPr/>
            </p:nvSpPr>
            <p:spPr>
              <a:xfrm rot="5400000">
                <a:off x="28609" y="51688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 rot="5400000">
                <a:off x="391647" y="-1882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336" name="Google Shape;336;p21"/>
          <p:cNvPicPr preferRelativeResize="0"/>
          <p:nvPr/>
        </p:nvPicPr>
        <p:blipFill rotWithShape="1">
          <a:blip r:embed="rId2">
            <a:alphaModFix/>
          </a:blip>
          <a:srcRect b="23013" l="0" r="0" t="23018"/>
          <a:stretch/>
        </p:blipFill>
        <p:spPr>
          <a:xfrm rot="1657056">
            <a:off x="7214800" y="-162025"/>
            <a:ext cx="1965601" cy="1060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9" name="Google Shape;339;p22"/>
          <p:cNvSpPr txBox="1"/>
          <p:nvPr>
            <p:ph idx="1" type="subTitle"/>
          </p:nvPr>
        </p:nvSpPr>
        <p:spPr>
          <a:xfrm>
            <a:off x="2110136" y="198816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2" type="subTitle"/>
          </p:nvPr>
        </p:nvSpPr>
        <p:spPr>
          <a:xfrm>
            <a:off x="5706414" y="198816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2"/>
          <p:cNvSpPr txBox="1"/>
          <p:nvPr>
            <p:ph idx="3" type="subTitle"/>
          </p:nvPr>
        </p:nvSpPr>
        <p:spPr>
          <a:xfrm>
            <a:off x="2110136" y="350721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2"/>
          <p:cNvSpPr txBox="1"/>
          <p:nvPr>
            <p:ph idx="4" type="subTitle"/>
          </p:nvPr>
        </p:nvSpPr>
        <p:spPr>
          <a:xfrm>
            <a:off x="5706414" y="3507215"/>
            <a:ext cx="19782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22"/>
          <p:cNvSpPr txBox="1"/>
          <p:nvPr>
            <p:ph idx="5" type="subTitle"/>
          </p:nvPr>
        </p:nvSpPr>
        <p:spPr>
          <a:xfrm>
            <a:off x="2110136" y="1582725"/>
            <a:ext cx="197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44" name="Google Shape;344;p22"/>
          <p:cNvSpPr txBox="1"/>
          <p:nvPr>
            <p:ph idx="6" type="subTitle"/>
          </p:nvPr>
        </p:nvSpPr>
        <p:spPr>
          <a:xfrm>
            <a:off x="2110136" y="3101875"/>
            <a:ext cx="197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45" name="Google Shape;345;p22"/>
          <p:cNvSpPr txBox="1"/>
          <p:nvPr>
            <p:ph idx="7" type="subTitle"/>
          </p:nvPr>
        </p:nvSpPr>
        <p:spPr>
          <a:xfrm>
            <a:off x="5706411" y="1582725"/>
            <a:ext cx="197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46" name="Google Shape;346;p22"/>
          <p:cNvSpPr txBox="1"/>
          <p:nvPr>
            <p:ph idx="8" type="subTitle"/>
          </p:nvPr>
        </p:nvSpPr>
        <p:spPr>
          <a:xfrm>
            <a:off x="5706411" y="3101875"/>
            <a:ext cx="197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347" name="Google Shape;347;p22"/>
          <p:cNvGrpSpPr/>
          <p:nvPr/>
        </p:nvGrpSpPr>
        <p:grpSpPr>
          <a:xfrm>
            <a:off x="-347423" y="-218749"/>
            <a:ext cx="9980037" cy="5560573"/>
            <a:chOff x="-347423" y="-218749"/>
            <a:chExt cx="9980037" cy="5560573"/>
          </a:xfrm>
        </p:grpSpPr>
        <p:grpSp>
          <p:nvGrpSpPr>
            <p:cNvPr id="348" name="Google Shape;348;p22"/>
            <p:cNvGrpSpPr/>
            <p:nvPr/>
          </p:nvGrpSpPr>
          <p:grpSpPr>
            <a:xfrm flipH="1">
              <a:off x="8463175" y="-218749"/>
              <a:ext cx="1169438" cy="1769623"/>
              <a:chOff x="-237723" y="-361624"/>
              <a:chExt cx="1169438" cy="1769623"/>
            </a:xfrm>
          </p:grpSpPr>
          <p:sp>
            <p:nvSpPr>
              <p:cNvPr id="349" name="Google Shape;349;p22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2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2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2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4" name="Google Shape;354;p22"/>
            <p:cNvGrpSpPr/>
            <p:nvPr/>
          </p:nvGrpSpPr>
          <p:grpSpPr>
            <a:xfrm flipH="1">
              <a:off x="-347423" y="86051"/>
              <a:ext cx="785989" cy="1163348"/>
              <a:chOff x="8694225" y="86051"/>
              <a:chExt cx="785989" cy="1163348"/>
            </a:xfrm>
          </p:grpSpPr>
          <p:sp>
            <p:nvSpPr>
              <p:cNvPr id="355" name="Google Shape;355;p22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2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7" name="Google Shape;357;p22"/>
            <p:cNvGrpSpPr/>
            <p:nvPr/>
          </p:nvGrpSpPr>
          <p:grpSpPr>
            <a:xfrm rot="-5400000">
              <a:off x="125040" y="4438545"/>
              <a:ext cx="643199" cy="1163348"/>
              <a:chOff x="8529877" y="4094470"/>
              <a:chExt cx="643199" cy="1163348"/>
            </a:xfrm>
          </p:grpSpPr>
          <p:sp>
            <p:nvSpPr>
              <p:cNvPr id="358" name="Google Shape;358;p22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0" name="Google Shape;360;p22"/>
            <p:cNvSpPr/>
            <p:nvPr/>
          </p:nvSpPr>
          <p:spPr>
            <a:xfrm>
              <a:off x="8726313" y="4784865"/>
              <a:ext cx="643156" cy="556959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3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3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3" name="Google Shape;363;p23"/>
          <p:cNvSpPr txBox="1"/>
          <p:nvPr>
            <p:ph idx="1" type="subTitle"/>
          </p:nvPr>
        </p:nvSpPr>
        <p:spPr>
          <a:xfrm>
            <a:off x="1868663" y="1864351"/>
            <a:ext cx="2473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⬣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23"/>
          <p:cNvSpPr txBox="1"/>
          <p:nvPr>
            <p:ph idx="2" type="subTitle"/>
          </p:nvPr>
        </p:nvSpPr>
        <p:spPr>
          <a:xfrm>
            <a:off x="5851567" y="1864351"/>
            <a:ext cx="2473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⬣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23"/>
          <p:cNvSpPr txBox="1"/>
          <p:nvPr>
            <p:ph idx="3" type="subTitle"/>
          </p:nvPr>
        </p:nvSpPr>
        <p:spPr>
          <a:xfrm>
            <a:off x="1868663" y="3507225"/>
            <a:ext cx="2473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⬣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23"/>
          <p:cNvSpPr txBox="1"/>
          <p:nvPr>
            <p:ph idx="4" type="subTitle"/>
          </p:nvPr>
        </p:nvSpPr>
        <p:spPr>
          <a:xfrm>
            <a:off x="5851563" y="3507225"/>
            <a:ext cx="2473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⬣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23"/>
          <p:cNvSpPr txBox="1"/>
          <p:nvPr>
            <p:ph idx="5" type="subTitle"/>
          </p:nvPr>
        </p:nvSpPr>
        <p:spPr>
          <a:xfrm>
            <a:off x="1868673" y="1458900"/>
            <a:ext cx="2473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68" name="Google Shape;368;p23"/>
          <p:cNvSpPr txBox="1"/>
          <p:nvPr>
            <p:ph idx="6" type="subTitle"/>
          </p:nvPr>
        </p:nvSpPr>
        <p:spPr>
          <a:xfrm>
            <a:off x="1868673" y="3101880"/>
            <a:ext cx="2473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69" name="Google Shape;369;p23"/>
          <p:cNvSpPr txBox="1"/>
          <p:nvPr>
            <p:ph idx="7" type="subTitle"/>
          </p:nvPr>
        </p:nvSpPr>
        <p:spPr>
          <a:xfrm>
            <a:off x="5851567" y="1458900"/>
            <a:ext cx="2473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70" name="Google Shape;370;p23"/>
          <p:cNvSpPr txBox="1"/>
          <p:nvPr>
            <p:ph idx="8" type="subTitle"/>
          </p:nvPr>
        </p:nvSpPr>
        <p:spPr>
          <a:xfrm>
            <a:off x="5851567" y="3101880"/>
            <a:ext cx="2473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pic>
        <p:nvPicPr>
          <p:cNvPr id="371" name="Google Shape;371;p23"/>
          <p:cNvPicPr preferRelativeResize="0"/>
          <p:nvPr/>
        </p:nvPicPr>
        <p:blipFill rotWithShape="1">
          <a:blip r:embed="rId2">
            <a:alphaModFix/>
          </a:blip>
          <a:srcRect b="21198" l="0" r="0" t="21198"/>
          <a:stretch/>
        </p:blipFill>
        <p:spPr>
          <a:xfrm>
            <a:off x="57150" y="0"/>
            <a:ext cx="1571349" cy="9051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grpSp>
        <p:nvGrpSpPr>
          <p:cNvPr id="372" name="Google Shape;372;p23"/>
          <p:cNvGrpSpPr/>
          <p:nvPr/>
        </p:nvGrpSpPr>
        <p:grpSpPr>
          <a:xfrm>
            <a:off x="-56700" y="-265012"/>
            <a:ext cx="9722492" cy="5827204"/>
            <a:chOff x="-56700" y="-265012"/>
            <a:chExt cx="9722492" cy="5827204"/>
          </a:xfrm>
        </p:grpSpPr>
        <p:grpSp>
          <p:nvGrpSpPr>
            <p:cNvPr id="373" name="Google Shape;373;p23"/>
            <p:cNvGrpSpPr/>
            <p:nvPr/>
          </p:nvGrpSpPr>
          <p:grpSpPr>
            <a:xfrm flipH="1">
              <a:off x="-56700" y="3767580"/>
              <a:ext cx="1719644" cy="1794613"/>
              <a:chOff x="7821556" y="3731905"/>
              <a:chExt cx="1617728" cy="1688253"/>
            </a:xfrm>
          </p:grpSpPr>
          <p:sp>
            <p:nvSpPr>
              <p:cNvPr id="374" name="Google Shape;374;p23"/>
              <p:cNvSpPr/>
              <p:nvPr/>
            </p:nvSpPr>
            <p:spPr>
              <a:xfrm>
                <a:off x="8825651" y="3731905"/>
                <a:ext cx="613585" cy="531392"/>
              </a:xfrm>
              <a:custGeom>
                <a:rect b="b" l="l" r="r" t="t"/>
                <a:pathLst>
                  <a:path extrusionOk="0" h="13150" w="15184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3"/>
              <p:cNvSpPr/>
              <p:nvPr/>
            </p:nvSpPr>
            <p:spPr>
              <a:xfrm>
                <a:off x="8323586" y="4599520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8825617" y="4310355"/>
                <a:ext cx="613666" cy="531351"/>
              </a:xfrm>
              <a:custGeom>
                <a:rect b="b" l="l" r="r" t="t"/>
                <a:pathLst>
                  <a:path extrusionOk="0" h="13149" w="15186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7821556" y="4888766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3"/>
              <p:cNvSpPr/>
              <p:nvPr/>
            </p:nvSpPr>
            <p:spPr>
              <a:xfrm>
                <a:off x="8825617" y="4888766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9" name="Google Shape;379;p23"/>
            <p:cNvGrpSpPr/>
            <p:nvPr/>
          </p:nvGrpSpPr>
          <p:grpSpPr>
            <a:xfrm>
              <a:off x="8325373" y="-265012"/>
              <a:ext cx="1340419" cy="1476827"/>
              <a:chOff x="8325373" y="-265012"/>
              <a:chExt cx="1340419" cy="1476827"/>
            </a:xfrm>
          </p:grpSpPr>
          <p:sp>
            <p:nvSpPr>
              <p:cNvPr id="380" name="Google Shape;380;p23"/>
              <p:cNvSpPr/>
              <p:nvPr/>
            </p:nvSpPr>
            <p:spPr>
              <a:xfrm flipH="1" rot="3599937">
                <a:off x="8406098" y="-125255"/>
                <a:ext cx="645570" cy="559139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3"/>
              <p:cNvSpPr/>
              <p:nvPr/>
            </p:nvSpPr>
            <p:spPr>
              <a:xfrm flipH="1" rot="3599937">
                <a:off x="8406098" y="512920"/>
                <a:ext cx="645570" cy="559139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3"/>
              <p:cNvSpPr/>
              <p:nvPr/>
            </p:nvSpPr>
            <p:spPr>
              <a:xfrm flipH="1" rot="3599937">
                <a:off x="8939498" y="172995"/>
                <a:ext cx="645570" cy="559139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5" name="Google Shape;385;p24"/>
          <p:cNvSpPr txBox="1"/>
          <p:nvPr>
            <p:ph idx="1" type="subTitle"/>
          </p:nvPr>
        </p:nvSpPr>
        <p:spPr>
          <a:xfrm>
            <a:off x="715400" y="2282995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4"/>
          <p:cNvSpPr txBox="1"/>
          <p:nvPr>
            <p:ph idx="2" type="subTitle"/>
          </p:nvPr>
        </p:nvSpPr>
        <p:spPr>
          <a:xfrm>
            <a:off x="3400691" y="2282995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24"/>
          <p:cNvSpPr txBox="1"/>
          <p:nvPr>
            <p:ph idx="3" type="subTitle"/>
          </p:nvPr>
        </p:nvSpPr>
        <p:spPr>
          <a:xfrm>
            <a:off x="715400" y="4028000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24"/>
          <p:cNvSpPr txBox="1"/>
          <p:nvPr>
            <p:ph idx="4" type="subTitle"/>
          </p:nvPr>
        </p:nvSpPr>
        <p:spPr>
          <a:xfrm>
            <a:off x="3400691" y="4028000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24"/>
          <p:cNvSpPr txBox="1"/>
          <p:nvPr>
            <p:ph idx="5" type="subTitle"/>
          </p:nvPr>
        </p:nvSpPr>
        <p:spPr>
          <a:xfrm>
            <a:off x="6085982" y="2282995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24"/>
          <p:cNvSpPr txBox="1"/>
          <p:nvPr>
            <p:ph idx="6" type="subTitle"/>
          </p:nvPr>
        </p:nvSpPr>
        <p:spPr>
          <a:xfrm>
            <a:off x="6085982" y="4028000"/>
            <a:ext cx="2344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24"/>
          <p:cNvSpPr txBox="1"/>
          <p:nvPr>
            <p:ph idx="7" type="subTitle"/>
          </p:nvPr>
        </p:nvSpPr>
        <p:spPr>
          <a:xfrm>
            <a:off x="715400" y="1883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2" name="Google Shape;392;p24"/>
          <p:cNvSpPr txBox="1"/>
          <p:nvPr>
            <p:ph idx="8" type="subTitle"/>
          </p:nvPr>
        </p:nvSpPr>
        <p:spPr>
          <a:xfrm>
            <a:off x="3400691" y="1883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3" name="Google Shape;393;p24"/>
          <p:cNvSpPr txBox="1"/>
          <p:nvPr>
            <p:ph idx="9" type="subTitle"/>
          </p:nvPr>
        </p:nvSpPr>
        <p:spPr>
          <a:xfrm>
            <a:off x="6085982" y="1883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4" name="Google Shape;394;p24"/>
          <p:cNvSpPr txBox="1"/>
          <p:nvPr>
            <p:ph idx="13" type="subTitle"/>
          </p:nvPr>
        </p:nvSpPr>
        <p:spPr>
          <a:xfrm>
            <a:off x="715400" y="3628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5" name="Google Shape;395;p24"/>
          <p:cNvSpPr txBox="1"/>
          <p:nvPr>
            <p:ph idx="14" type="subTitle"/>
          </p:nvPr>
        </p:nvSpPr>
        <p:spPr>
          <a:xfrm>
            <a:off x="3400691" y="3628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396" name="Google Shape;396;p24"/>
          <p:cNvSpPr txBox="1"/>
          <p:nvPr>
            <p:ph idx="15" type="subTitle"/>
          </p:nvPr>
        </p:nvSpPr>
        <p:spPr>
          <a:xfrm>
            <a:off x="6085982" y="3628400"/>
            <a:ext cx="2344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397" name="Google Shape;397;p24"/>
          <p:cNvGrpSpPr/>
          <p:nvPr/>
        </p:nvGrpSpPr>
        <p:grpSpPr>
          <a:xfrm>
            <a:off x="-257181" y="-564075"/>
            <a:ext cx="9305940" cy="6089292"/>
            <a:chOff x="-257181" y="-564075"/>
            <a:chExt cx="9305940" cy="6089292"/>
          </a:xfrm>
        </p:grpSpPr>
        <p:grpSp>
          <p:nvGrpSpPr>
            <p:cNvPr id="398" name="Google Shape;398;p24"/>
            <p:cNvGrpSpPr/>
            <p:nvPr/>
          </p:nvGrpSpPr>
          <p:grpSpPr>
            <a:xfrm rot="10800000">
              <a:off x="6795456" y="-564075"/>
              <a:ext cx="2253303" cy="1179720"/>
              <a:chOff x="594948" y="4320374"/>
              <a:chExt cx="2119758" cy="1109803"/>
            </a:xfrm>
          </p:grpSpPr>
          <p:sp>
            <p:nvSpPr>
              <p:cNvPr id="399" name="Google Shape;399;p24"/>
              <p:cNvSpPr/>
              <p:nvPr/>
            </p:nvSpPr>
            <p:spPr>
              <a:xfrm flipH="1">
                <a:off x="2101121" y="4609539"/>
                <a:ext cx="613585" cy="531392"/>
              </a:xfrm>
              <a:custGeom>
                <a:rect b="b" l="l" r="r" t="t"/>
                <a:pathLst>
                  <a:path extrusionOk="0" h="13150" w="15184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4"/>
              <p:cNvSpPr/>
              <p:nvPr/>
            </p:nvSpPr>
            <p:spPr>
              <a:xfrm flipH="1">
                <a:off x="1096979" y="4609539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4"/>
              <p:cNvSpPr/>
              <p:nvPr/>
            </p:nvSpPr>
            <p:spPr>
              <a:xfrm flipH="1">
                <a:off x="594948" y="4320374"/>
                <a:ext cx="613666" cy="531351"/>
              </a:xfrm>
              <a:custGeom>
                <a:rect b="b" l="l" r="r" t="t"/>
                <a:pathLst>
                  <a:path extrusionOk="0" h="13149" w="15186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4"/>
              <p:cNvSpPr/>
              <p:nvPr/>
            </p:nvSpPr>
            <p:spPr>
              <a:xfrm flipH="1">
                <a:off x="1599010" y="4898785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4"/>
              <p:cNvSpPr/>
              <p:nvPr/>
            </p:nvSpPr>
            <p:spPr>
              <a:xfrm flipH="1">
                <a:off x="594948" y="4898785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4" name="Google Shape;404;p24"/>
            <p:cNvGrpSpPr/>
            <p:nvPr/>
          </p:nvGrpSpPr>
          <p:grpSpPr>
            <a:xfrm rot="10800000">
              <a:off x="-257181" y="4661824"/>
              <a:ext cx="2230134" cy="863394"/>
              <a:chOff x="6666225" y="-114350"/>
              <a:chExt cx="2230134" cy="863394"/>
            </a:xfrm>
          </p:grpSpPr>
          <p:sp>
            <p:nvSpPr>
              <p:cNvPr id="405" name="Google Shape;405;p24"/>
              <p:cNvSpPr/>
              <p:nvPr/>
            </p:nvSpPr>
            <p:spPr>
              <a:xfrm>
                <a:off x="7194377" y="189919"/>
                <a:ext cx="645595" cy="559124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6666225" y="-114350"/>
                <a:ext cx="645552" cy="559082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4"/>
              <p:cNvSpPr/>
              <p:nvPr/>
            </p:nvSpPr>
            <p:spPr>
              <a:xfrm>
                <a:off x="7722613" y="-114350"/>
                <a:ext cx="645595" cy="559082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8250807" y="189919"/>
                <a:ext cx="645552" cy="559124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2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1" name="Google Shape;411;p25"/>
          <p:cNvSpPr txBox="1"/>
          <p:nvPr>
            <p:ph idx="1" type="subTitle"/>
          </p:nvPr>
        </p:nvSpPr>
        <p:spPr>
          <a:xfrm>
            <a:off x="2942550" y="1673850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25"/>
          <p:cNvSpPr txBox="1"/>
          <p:nvPr>
            <p:ph idx="2" type="subTitle"/>
          </p:nvPr>
        </p:nvSpPr>
        <p:spPr>
          <a:xfrm>
            <a:off x="1300950" y="1673850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3" name="Google Shape;413;p25"/>
          <p:cNvSpPr txBox="1"/>
          <p:nvPr>
            <p:ph idx="3" type="subTitle"/>
          </p:nvPr>
        </p:nvSpPr>
        <p:spPr>
          <a:xfrm>
            <a:off x="6874075" y="1673850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25"/>
          <p:cNvSpPr txBox="1"/>
          <p:nvPr>
            <p:ph idx="4" type="subTitle"/>
          </p:nvPr>
        </p:nvSpPr>
        <p:spPr>
          <a:xfrm>
            <a:off x="5232475" y="1673850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5" name="Google Shape;415;p25"/>
          <p:cNvSpPr txBox="1"/>
          <p:nvPr>
            <p:ph idx="5" type="subTitle"/>
          </p:nvPr>
        </p:nvSpPr>
        <p:spPr>
          <a:xfrm>
            <a:off x="2942550" y="2752347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25"/>
          <p:cNvSpPr txBox="1"/>
          <p:nvPr>
            <p:ph idx="6" type="subTitle"/>
          </p:nvPr>
        </p:nvSpPr>
        <p:spPr>
          <a:xfrm>
            <a:off x="1300950" y="2752347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7" name="Google Shape;417;p25"/>
          <p:cNvSpPr txBox="1"/>
          <p:nvPr>
            <p:ph idx="7" type="subTitle"/>
          </p:nvPr>
        </p:nvSpPr>
        <p:spPr>
          <a:xfrm>
            <a:off x="6874075" y="2752347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5"/>
          <p:cNvSpPr txBox="1"/>
          <p:nvPr>
            <p:ph idx="8" type="subTitle"/>
          </p:nvPr>
        </p:nvSpPr>
        <p:spPr>
          <a:xfrm>
            <a:off x="5232475" y="2752347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19" name="Google Shape;419;p25"/>
          <p:cNvSpPr txBox="1"/>
          <p:nvPr>
            <p:ph idx="9" type="subTitle"/>
          </p:nvPr>
        </p:nvSpPr>
        <p:spPr>
          <a:xfrm>
            <a:off x="2942550" y="3830845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5"/>
          <p:cNvSpPr txBox="1"/>
          <p:nvPr>
            <p:ph idx="13" type="subTitle"/>
          </p:nvPr>
        </p:nvSpPr>
        <p:spPr>
          <a:xfrm>
            <a:off x="1300950" y="3830845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421" name="Google Shape;421;p25"/>
          <p:cNvSpPr txBox="1"/>
          <p:nvPr>
            <p:ph idx="14" type="subTitle"/>
          </p:nvPr>
        </p:nvSpPr>
        <p:spPr>
          <a:xfrm>
            <a:off x="6874075" y="3830845"/>
            <a:ext cx="15567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25"/>
          <p:cNvSpPr txBox="1"/>
          <p:nvPr>
            <p:ph idx="15" type="subTitle"/>
          </p:nvPr>
        </p:nvSpPr>
        <p:spPr>
          <a:xfrm>
            <a:off x="5232475" y="3830845"/>
            <a:ext cx="16416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b="1" sz="2000"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grpSp>
        <p:nvGrpSpPr>
          <p:cNvPr id="423" name="Google Shape;423;p25"/>
          <p:cNvGrpSpPr/>
          <p:nvPr/>
        </p:nvGrpSpPr>
        <p:grpSpPr>
          <a:xfrm flipH="1">
            <a:off x="-860047" y="-861806"/>
            <a:ext cx="12953341" cy="10037526"/>
            <a:chOff x="-3643571" y="-1267056"/>
            <a:chExt cx="12953341" cy="10037526"/>
          </a:xfrm>
        </p:grpSpPr>
        <p:grpSp>
          <p:nvGrpSpPr>
            <p:cNvPr id="424" name="Google Shape;424;p25"/>
            <p:cNvGrpSpPr/>
            <p:nvPr/>
          </p:nvGrpSpPr>
          <p:grpSpPr>
            <a:xfrm rot="665584">
              <a:off x="-2987911" y="-221307"/>
              <a:ext cx="11642020" cy="7946028"/>
              <a:chOff x="-548445" y="-1364282"/>
              <a:chExt cx="11642210" cy="7946158"/>
            </a:xfrm>
          </p:grpSpPr>
          <p:grpSp>
            <p:nvGrpSpPr>
              <p:cNvPr id="425" name="Google Shape;425;p25"/>
              <p:cNvGrpSpPr/>
              <p:nvPr/>
            </p:nvGrpSpPr>
            <p:grpSpPr>
              <a:xfrm rot="1128166">
                <a:off x="-23706" y="140204"/>
                <a:ext cx="10153075" cy="4937184"/>
                <a:chOff x="-3225946" y="-3757598"/>
                <a:chExt cx="10153436" cy="4937360"/>
              </a:xfrm>
            </p:grpSpPr>
            <p:sp>
              <p:nvSpPr>
                <p:cNvPr id="426" name="Google Shape;426;p25"/>
                <p:cNvSpPr/>
                <p:nvPr/>
              </p:nvSpPr>
              <p:spPr>
                <a:xfrm>
                  <a:off x="6284292" y="-3233174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25"/>
                <p:cNvSpPr/>
                <p:nvPr/>
              </p:nvSpPr>
              <p:spPr>
                <a:xfrm>
                  <a:off x="-3225946" y="-3463938"/>
                  <a:ext cx="643114" cy="557086"/>
                </a:xfrm>
                <a:custGeom>
                  <a:rect b="b" l="l" r="r" t="t"/>
                  <a:pathLst>
                    <a:path extrusionOk="0" h="13152" w="15183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5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25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rect b="b" l="l" r="r" t="t"/>
                  <a:pathLst>
                    <a:path extrusionOk="0" h="13150" w="15185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5"/>
                <p:cNvSpPr/>
                <p:nvPr/>
              </p:nvSpPr>
              <p:spPr>
                <a:xfrm>
                  <a:off x="-2675909" y="-3757598"/>
                  <a:ext cx="643156" cy="556959"/>
                </a:xfrm>
                <a:custGeom>
                  <a:rect b="b" l="l" r="r" t="t"/>
                  <a:pathLst>
                    <a:path extrusionOk="0" h="13149" w="15184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31" name="Google Shape;431;p25"/>
              <p:cNvSpPr/>
              <p:nvPr/>
            </p:nvSpPr>
            <p:spPr>
              <a:xfrm rot="1128234">
                <a:off x="10377993" y="2178852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5"/>
              <p:cNvSpPr/>
              <p:nvPr/>
            </p:nvSpPr>
            <p:spPr>
              <a:xfrm rot="1128234">
                <a:off x="9175843" y="2398952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3" name="Google Shape;433;p25"/>
            <p:cNvSpPr/>
            <p:nvPr/>
          </p:nvSpPr>
          <p:spPr>
            <a:xfrm flipH="1" rot="1800095">
              <a:off x="-595564" y="-27896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4" name="Google Shape;434;p25"/>
            <p:cNvGrpSpPr/>
            <p:nvPr/>
          </p:nvGrpSpPr>
          <p:grpSpPr>
            <a:xfrm>
              <a:off x="7419505" y="-706317"/>
              <a:ext cx="1141915" cy="1311307"/>
              <a:chOff x="7419505" y="-706317"/>
              <a:chExt cx="1141915" cy="1311307"/>
            </a:xfrm>
          </p:grpSpPr>
          <p:sp>
            <p:nvSpPr>
              <p:cNvPr id="435" name="Google Shape;435;p25"/>
              <p:cNvSpPr/>
              <p:nvPr/>
            </p:nvSpPr>
            <p:spPr>
              <a:xfrm flipH="1" rot="-1793653">
                <a:off x="7515543" y="-583120"/>
                <a:ext cx="643084" cy="557060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5"/>
              <p:cNvSpPr/>
              <p:nvPr/>
            </p:nvSpPr>
            <p:spPr>
              <a:xfrm flipH="1" rot="-1793653">
                <a:off x="7822292" y="-75159"/>
                <a:ext cx="643126" cy="556933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9" name="Google Shape;439;p26"/>
          <p:cNvGrpSpPr/>
          <p:nvPr/>
        </p:nvGrpSpPr>
        <p:grpSpPr>
          <a:xfrm>
            <a:off x="-297023" y="-357830"/>
            <a:ext cx="9944863" cy="5423429"/>
            <a:chOff x="-297023" y="-357830"/>
            <a:chExt cx="9944863" cy="5423429"/>
          </a:xfrm>
        </p:grpSpPr>
        <p:grpSp>
          <p:nvGrpSpPr>
            <p:cNvPr id="440" name="Google Shape;440;p26"/>
            <p:cNvGrpSpPr/>
            <p:nvPr/>
          </p:nvGrpSpPr>
          <p:grpSpPr>
            <a:xfrm>
              <a:off x="8478402" y="3295976"/>
              <a:ext cx="1169438" cy="1769623"/>
              <a:chOff x="-190098" y="-361624"/>
              <a:chExt cx="1169438" cy="1769623"/>
            </a:xfrm>
          </p:grpSpPr>
          <p:sp>
            <p:nvSpPr>
              <p:cNvPr id="441" name="Google Shape;441;p26"/>
              <p:cNvSpPr/>
              <p:nvPr/>
            </p:nvSpPr>
            <p:spPr>
              <a:xfrm>
                <a:off x="336141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-190072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-190072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336141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-190098" y="851040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" name="Google Shape;446;p26"/>
            <p:cNvGrpSpPr/>
            <p:nvPr/>
          </p:nvGrpSpPr>
          <p:grpSpPr>
            <a:xfrm>
              <a:off x="-237450" y="1867226"/>
              <a:ext cx="785989" cy="1163348"/>
              <a:chOff x="8522775" y="86051"/>
              <a:chExt cx="785989" cy="1163348"/>
            </a:xfrm>
          </p:grpSpPr>
          <p:sp>
            <p:nvSpPr>
              <p:cNvPr id="447" name="Google Shape;447;p26"/>
              <p:cNvSpPr/>
              <p:nvPr/>
            </p:nvSpPr>
            <p:spPr>
              <a:xfrm flipH="1">
                <a:off x="8522775" y="860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 flipH="1">
                <a:off x="8665650" y="6924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" name="Google Shape;449;p26"/>
            <p:cNvGrpSpPr/>
            <p:nvPr/>
          </p:nvGrpSpPr>
          <p:grpSpPr>
            <a:xfrm flipH="1" rot="5400000">
              <a:off x="-36948" y="-617905"/>
              <a:ext cx="643199" cy="1163348"/>
              <a:chOff x="8529877" y="4094470"/>
              <a:chExt cx="643199" cy="1163348"/>
            </a:xfrm>
          </p:grpSpPr>
          <p:sp>
            <p:nvSpPr>
              <p:cNvPr id="450" name="Google Shape;450;p26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52" name="Google Shape;4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5825" y="40039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55" name="Google Shape;455;p27"/>
          <p:cNvGrpSpPr/>
          <p:nvPr/>
        </p:nvGrpSpPr>
        <p:grpSpPr>
          <a:xfrm>
            <a:off x="-1150871" y="-359047"/>
            <a:ext cx="10474888" cy="5979946"/>
            <a:chOff x="-1150871" y="-359047"/>
            <a:chExt cx="10474888" cy="5979946"/>
          </a:xfrm>
        </p:grpSpPr>
        <p:grpSp>
          <p:nvGrpSpPr>
            <p:cNvPr id="456" name="Google Shape;456;p27"/>
            <p:cNvGrpSpPr/>
            <p:nvPr/>
          </p:nvGrpSpPr>
          <p:grpSpPr>
            <a:xfrm rot="1800044">
              <a:off x="-823621" y="3539886"/>
              <a:ext cx="1719417" cy="1769702"/>
              <a:chOff x="-237697" y="-58430"/>
              <a:chExt cx="1719455" cy="1769741"/>
            </a:xfrm>
          </p:grpSpPr>
          <p:sp>
            <p:nvSpPr>
              <p:cNvPr id="457" name="Google Shape;457;p27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288565" y="1154226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838602" y="860565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2" name="Google Shape;462;p27"/>
            <p:cNvGrpSpPr/>
            <p:nvPr/>
          </p:nvGrpSpPr>
          <p:grpSpPr>
            <a:xfrm flipH="1" rot="7200044">
              <a:off x="8337895" y="-371366"/>
              <a:ext cx="643184" cy="1163323"/>
              <a:chOff x="8529877" y="4094470"/>
              <a:chExt cx="643199" cy="1163348"/>
            </a:xfrm>
          </p:grpSpPr>
          <p:sp>
            <p:nvSpPr>
              <p:cNvPr id="463" name="Google Shape;463;p27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5" name="Google Shape;465;p27"/>
            <p:cNvSpPr/>
            <p:nvPr/>
          </p:nvSpPr>
          <p:spPr>
            <a:xfrm flipH="1" rot="1800095">
              <a:off x="-242864" y="-96621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2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68" name="Google Shape;468;p28"/>
          <p:cNvGrpSpPr/>
          <p:nvPr/>
        </p:nvGrpSpPr>
        <p:grpSpPr>
          <a:xfrm>
            <a:off x="-411361" y="-288831"/>
            <a:ext cx="9793908" cy="5822507"/>
            <a:chOff x="-411361" y="-288831"/>
            <a:chExt cx="9793908" cy="5822507"/>
          </a:xfrm>
        </p:grpSpPr>
        <p:grpSp>
          <p:nvGrpSpPr>
            <p:cNvPr id="469" name="Google Shape;469;p28"/>
            <p:cNvGrpSpPr/>
            <p:nvPr/>
          </p:nvGrpSpPr>
          <p:grpSpPr>
            <a:xfrm>
              <a:off x="8575000" y="3429942"/>
              <a:ext cx="807547" cy="2103734"/>
              <a:chOff x="8575000" y="3429942"/>
              <a:chExt cx="807547" cy="2103734"/>
            </a:xfrm>
          </p:grpSpPr>
          <p:sp>
            <p:nvSpPr>
              <p:cNvPr id="470" name="Google Shape;470;p28"/>
              <p:cNvSpPr/>
              <p:nvPr/>
            </p:nvSpPr>
            <p:spPr>
              <a:xfrm rot="7200021">
                <a:off x="8658990" y="4837428"/>
                <a:ext cx="643154" cy="557005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 rot="7200021">
                <a:off x="8655632" y="4180681"/>
                <a:ext cx="643154" cy="556962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 rot="7200021">
                <a:off x="8655376" y="3569188"/>
                <a:ext cx="643112" cy="556920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3" name="Google Shape;473;p28"/>
            <p:cNvGrpSpPr/>
            <p:nvPr/>
          </p:nvGrpSpPr>
          <p:grpSpPr>
            <a:xfrm>
              <a:off x="-200000" y="4138476"/>
              <a:ext cx="643114" cy="1163348"/>
              <a:chOff x="8494225" y="395151"/>
              <a:chExt cx="643114" cy="1163348"/>
            </a:xfrm>
          </p:grpSpPr>
          <p:sp>
            <p:nvSpPr>
              <p:cNvPr id="474" name="Google Shape;474;p28"/>
              <p:cNvSpPr/>
              <p:nvPr/>
            </p:nvSpPr>
            <p:spPr>
              <a:xfrm flipH="1">
                <a:off x="8494225" y="395151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 flipH="1">
                <a:off x="8494225" y="1001540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6" name="Google Shape;476;p28"/>
            <p:cNvGrpSpPr/>
            <p:nvPr/>
          </p:nvGrpSpPr>
          <p:grpSpPr>
            <a:xfrm flipH="1" rot="3577314">
              <a:off x="142839" y="-298904"/>
              <a:ext cx="643193" cy="1163339"/>
              <a:chOff x="8795385" y="4227216"/>
              <a:chExt cx="643199" cy="1163348"/>
            </a:xfrm>
          </p:grpSpPr>
          <p:sp>
            <p:nvSpPr>
              <p:cNvPr id="477" name="Google Shape;477;p28"/>
              <p:cNvSpPr/>
              <p:nvPr/>
            </p:nvSpPr>
            <p:spPr>
              <a:xfrm flipH="1">
                <a:off x="8795385" y="4833521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 flipH="1">
                <a:off x="8795385" y="4227216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9" name="Google Shape;479;p28"/>
            <p:cNvSpPr/>
            <p:nvPr/>
          </p:nvSpPr>
          <p:spPr>
            <a:xfrm flipH="1" rot="1800095">
              <a:off x="-315201" y="1949629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3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82" name="Google Shape;482;p29"/>
          <p:cNvGrpSpPr/>
          <p:nvPr/>
        </p:nvGrpSpPr>
        <p:grpSpPr>
          <a:xfrm>
            <a:off x="-1225510" y="-348372"/>
            <a:ext cx="10443544" cy="6773014"/>
            <a:chOff x="-1225510" y="-348372"/>
            <a:chExt cx="10443544" cy="6773014"/>
          </a:xfrm>
        </p:grpSpPr>
        <p:grpSp>
          <p:nvGrpSpPr>
            <p:cNvPr id="483" name="Google Shape;483;p29"/>
            <p:cNvGrpSpPr/>
            <p:nvPr/>
          </p:nvGrpSpPr>
          <p:grpSpPr>
            <a:xfrm rot="665584">
              <a:off x="-1031574" y="4004638"/>
              <a:ext cx="2197988" cy="2229381"/>
              <a:chOff x="1722737" y="3368313"/>
              <a:chExt cx="2198024" cy="2229417"/>
            </a:xfrm>
          </p:grpSpPr>
          <p:grpSp>
            <p:nvGrpSpPr>
              <p:cNvPr id="484" name="Google Shape;484;p29"/>
              <p:cNvGrpSpPr/>
              <p:nvPr/>
            </p:nvGrpSpPr>
            <p:grpSpPr>
              <a:xfrm rot="1128166">
                <a:off x="1962052" y="3598183"/>
                <a:ext cx="1719394" cy="1769678"/>
                <a:chOff x="-516942" y="319608"/>
                <a:chExt cx="1719455" cy="1769741"/>
              </a:xfrm>
            </p:grpSpPr>
            <p:sp>
              <p:nvSpPr>
                <p:cNvPr id="485" name="Google Shape;485;p29"/>
                <p:cNvSpPr/>
                <p:nvPr/>
              </p:nvSpPr>
              <p:spPr>
                <a:xfrm>
                  <a:off x="9271" y="925913"/>
                  <a:ext cx="643199" cy="557043"/>
                </a:xfrm>
                <a:custGeom>
                  <a:rect b="b" l="l" r="r" t="t"/>
                  <a:pathLst>
                    <a:path extrusionOk="0" h="13151" w="15185">
                      <a:moveTo>
                        <a:pt x="3797" y="1"/>
                      </a:moveTo>
                      <a:lnTo>
                        <a:pt x="1" y="6576"/>
                      </a:lnTo>
                      <a:lnTo>
                        <a:pt x="3797" y="13151"/>
                      </a:lnTo>
                      <a:lnTo>
                        <a:pt x="11389" y="13151"/>
                      </a:lnTo>
                      <a:lnTo>
                        <a:pt x="15185" y="6576"/>
                      </a:lnTo>
                      <a:lnTo>
                        <a:pt x="11389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29"/>
                <p:cNvSpPr/>
                <p:nvPr/>
              </p:nvSpPr>
              <p:spPr>
                <a:xfrm>
                  <a:off x="9320" y="1532263"/>
                  <a:ext cx="643114" cy="557086"/>
                </a:xfrm>
                <a:custGeom>
                  <a:rect b="b" l="l" r="r" t="t"/>
                  <a:pathLst>
                    <a:path extrusionOk="0" h="13152" w="15183">
                      <a:moveTo>
                        <a:pt x="3796" y="1"/>
                      </a:moveTo>
                      <a:lnTo>
                        <a:pt x="0" y="6575"/>
                      </a:lnTo>
                      <a:lnTo>
                        <a:pt x="3796" y="13151"/>
                      </a:lnTo>
                      <a:lnTo>
                        <a:pt x="11387" y="13151"/>
                      </a:lnTo>
                      <a:lnTo>
                        <a:pt x="15183" y="6575"/>
                      </a:lnTo>
                      <a:lnTo>
                        <a:pt x="11387" y="1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29"/>
                <p:cNvSpPr/>
                <p:nvPr/>
              </p:nvSpPr>
              <p:spPr>
                <a:xfrm>
                  <a:off x="-516942" y="622803"/>
                  <a:ext cx="643114" cy="556959"/>
                </a:xfrm>
                <a:custGeom>
                  <a:rect b="b" l="l" r="r" t="t"/>
                  <a:pathLst>
                    <a:path extrusionOk="0" h="13149" w="15183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7" y="13148"/>
                      </a:lnTo>
                      <a:lnTo>
                        <a:pt x="15183" y="6574"/>
                      </a:lnTo>
                      <a:lnTo>
                        <a:pt x="11387" y="0"/>
                      </a:lnTo>
                      <a:close/>
                    </a:path>
                  </a:pathLst>
                </a:custGeom>
                <a:solidFill>
                  <a:schemeClr val="accent3">
                    <a:alpha val="2152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29"/>
                <p:cNvSpPr/>
                <p:nvPr/>
              </p:nvSpPr>
              <p:spPr>
                <a:xfrm>
                  <a:off x="9271" y="319608"/>
                  <a:ext cx="643199" cy="557001"/>
                </a:xfrm>
                <a:custGeom>
                  <a:rect b="b" l="l" r="r" t="t"/>
                  <a:pathLst>
                    <a:path extrusionOk="0" h="13150" w="15185">
                      <a:moveTo>
                        <a:pt x="3797" y="0"/>
                      </a:moveTo>
                      <a:lnTo>
                        <a:pt x="1" y="6576"/>
                      </a:lnTo>
                      <a:lnTo>
                        <a:pt x="3797" y="13150"/>
                      </a:lnTo>
                      <a:lnTo>
                        <a:pt x="11389" y="13150"/>
                      </a:lnTo>
                      <a:lnTo>
                        <a:pt x="15185" y="6576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29"/>
                <p:cNvSpPr/>
                <p:nvPr/>
              </p:nvSpPr>
              <p:spPr>
                <a:xfrm>
                  <a:off x="559356" y="1238603"/>
                  <a:ext cx="643156" cy="556959"/>
                </a:xfrm>
                <a:custGeom>
                  <a:rect b="b" l="l" r="r" t="t"/>
                  <a:pathLst>
                    <a:path extrusionOk="0" h="13149" w="15184">
                      <a:moveTo>
                        <a:pt x="3796" y="0"/>
                      </a:moveTo>
                      <a:lnTo>
                        <a:pt x="0" y="6574"/>
                      </a:lnTo>
                      <a:lnTo>
                        <a:pt x="3796" y="13148"/>
                      </a:lnTo>
                      <a:lnTo>
                        <a:pt x="11389" y="13148"/>
                      </a:lnTo>
                      <a:lnTo>
                        <a:pt x="15183" y="6574"/>
                      </a:lnTo>
                      <a:lnTo>
                        <a:pt x="11389" y="0"/>
                      </a:lnTo>
                      <a:close/>
                    </a:path>
                  </a:pathLst>
                </a:custGeom>
                <a:solidFill>
                  <a:schemeClr val="accent5">
                    <a:alpha val="5443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90" name="Google Shape;490;p29"/>
              <p:cNvSpPr/>
              <p:nvPr/>
            </p:nvSpPr>
            <p:spPr>
              <a:xfrm rot="1128234">
                <a:off x="3097584" y="4093405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 rot="1128234">
                <a:off x="1895434" y="4313505"/>
                <a:ext cx="643170" cy="556977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2" name="Google Shape;492;p29"/>
            <p:cNvSpPr/>
            <p:nvPr/>
          </p:nvSpPr>
          <p:spPr>
            <a:xfrm flipH="1" rot="1800095">
              <a:off x="-181251" y="2569804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 rot="-1800021">
              <a:off x="8478772" y="4727484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 flipH="1" rot="1800021">
              <a:off x="-181236" y="-224900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5">
                <a:alpha val="544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5" name="Google Shape;495;p29"/>
            <p:cNvGrpSpPr/>
            <p:nvPr/>
          </p:nvGrpSpPr>
          <p:grpSpPr>
            <a:xfrm>
              <a:off x="7700275" y="-258642"/>
              <a:ext cx="1458375" cy="822936"/>
              <a:chOff x="7700275" y="-258642"/>
              <a:chExt cx="1458375" cy="822936"/>
            </a:xfrm>
          </p:grpSpPr>
          <p:sp>
            <p:nvSpPr>
              <p:cNvPr id="496" name="Google Shape;496;p29"/>
              <p:cNvSpPr/>
              <p:nvPr/>
            </p:nvSpPr>
            <p:spPr>
              <a:xfrm rot="1793750">
                <a:off x="7796314" y="-135441"/>
                <a:ext cx="643081" cy="557057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 rot="1793750">
                <a:off x="8419523" y="-115856"/>
                <a:ext cx="643123" cy="556930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0"/>
          <p:cNvSpPr txBox="1"/>
          <p:nvPr>
            <p:ph hasCustomPrompt="1" type="title"/>
          </p:nvPr>
        </p:nvSpPr>
        <p:spPr>
          <a:xfrm>
            <a:off x="713225" y="539507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0" name="Google Shape;500;p30"/>
          <p:cNvSpPr txBox="1"/>
          <p:nvPr>
            <p:ph idx="1" type="subTitle"/>
          </p:nvPr>
        </p:nvSpPr>
        <p:spPr>
          <a:xfrm>
            <a:off x="713225" y="1303442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0"/>
          <p:cNvSpPr txBox="1"/>
          <p:nvPr>
            <p:ph hasCustomPrompt="1" idx="2" type="title"/>
          </p:nvPr>
        </p:nvSpPr>
        <p:spPr>
          <a:xfrm>
            <a:off x="713225" y="1980612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30"/>
          <p:cNvSpPr txBox="1"/>
          <p:nvPr>
            <p:ph idx="3" type="subTitle"/>
          </p:nvPr>
        </p:nvSpPr>
        <p:spPr>
          <a:xfrm>
            <a:off x="713225" y="2747033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0"/>
          <p:cNvSpPr txBox="1"/>
          <p:nvPr>
            <p:ph hasCustomPrompt="1" idx="4" type="title"/>
          </p:nvPr>
        </p:nvSpPr>
        <p:spPr>
          <a:xfrm>
            <a:off x="713225" y="3421718"/>
            <a:ext cx="4696800" cy="7689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30"/>
          <p:cNvSpPr txBox="1"/>
          <p:nvPr>
            <p:ph idx="5" type="subTitle"/>
          </p:nvPr>
        </p:nvSpPr>
        <p:spPr>
          <a:xfrm>
            <a:off x="713225" y="4190624"/>
            <a:ext cx="46968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505" name="Google Shape;505;p30"/>
          <p:cNvGrpSpPr/>
          <p:nvPr/>
        </p:nvGrpSpPr>
        <p:grpSpPr>
          <a:xfrm>
            <a:off x="-554204" y="-348372"/>
            <a:ext cx="9743663" cy="5839832"/>
            <a:chOff x="-554204" y="-348372"/>
            <a:chExt cx="9743663" cy="5839832"/>
          </a:xfrm>
        </p:grpSpPr>
        <p:grpSp>
          <p:nvGrpSpPr>
            <p:cNvPr id="506" name="Google Shape;506;p30"/>
            <p:cNvGrpSpPr/>
            <p:nvPr/>
          </p:nvGrpSpPr>
          <p:grpSpPr>
            <a:xfrm>
              <a:off x="-554204" y="4150547"/>
              <a:ext cx="1453135" cy="1340913"/>
              <a:chOff x="-554204" y="4150547"/>
              <a:chExt cx="1453135" cy="1340913"/>
            </a:xfrm>
          </p:grpSpPr>
          <p:sp>
            <p:nvSpPr>
              <p:cNvPr id="507" name="Google Shape;507;p30"/>
              <p:cNvSpPr/>
              <p:nvPr/>
            </p:nvSpPr>
            <p:spPr>
              <a:xfrm rot="1793750">
                <a:off x="-458182" y="4799370"/>
                <a:ext cx="643165" cy="557015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 rot="1793750">
                <a:off x="-155989" y="4273775"/>
                <a:ext cx="643165" cy="556972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 rot="1793818">
                <a:off x="159758" y="4811263"/>
                <a:ext cx="643160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0" name="Google Shape;510;p30"/>
            <p:cNvSpPr/>
            <p:nvPr/>
          </p:nvSpPr>
          <p:spPr>
            <a:xfrm flipH="1" rot="1800095">
              <a:off x="-191164" y="3198479"/>
              <a:ext cx="643164" cy="556965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215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 rot="-1800021">
              <a:off x="8410635" y="4805409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 flipH="1" rot="1800021">
              <a:off x="-365423" y="-224900"/>
              <a:ext cx="643112" cy="556920"/>
            </a:xfrm>
            <a:custGeom>
              <a:rect b="b" l="l" r="r" t="t"/>
              <a:pathLst>
                <a:path extrusionOk="0" h="13149" w="15184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3" name="Google Shape;513;p30"/>
            <p:cNvGrpSpPr/>
            <p:nvPr/>
          </p:nvGrpSpPr>
          <p:grpSpPr>
            <a:xfrm>
              <a:off x="8047543" y="-258642"/>
              <a:ext cx="1141915" cy="1311307"/>
              <a:chOff x="7393530" y="-258642"/>
              <a:chExt cx="1141915" cy="1311307"/>
            </a:xfrm>
          </p:grpSpPr>
          <p:sp>
            <p:nvSpPr>
              <p:cNvPr id="514" name="Google Shape;514;p30"/>
              <p:cNvSpPr/>
              <p:nvPr/>
            </p:nvSpPr>
            <p:spPr>
              <a:xfrm rot="1793653">
                <a:off x="7796324" y="-135445"/>
                <a:ext cx="643084" cy="557060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 rot="1793653">
                <a:off x="7489533" y="372516"/>
                <a:ext cx="643126" cy="556933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"/>
          <p:cNvSpPr txBox="1"/>
          <p:nvPr>
            <p:ph hasCustomPrompt="1" type="title"/>
          </p:nvPr>
        </p:nvSpPr>
        <p:spPr>
          <a:xfrm>
            <a:off x="1167875" y="2769200"/>
            <a:ext cx="13989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8" name="Google Shape;518;p31"/>
          <p:cNvSpPr txBox="1"/>
          <p:nvPr>
            <p:ph idx="1" type="subTitle"/>
          </p:nvPr>
        </p:nvSpPr>
        <p:spPr>
          <a:xfrm>
            <a:off x="713225" y="3722300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31"/>
          <p:cNvSpPr txBox="1"/>
          <p:nvPr>
            <p:ph idx="2" type="subTitle"/>
          </p:nvPr>
        </p:nvSpPr>
        <p:spPr>
          <a:xfrm>
            <a:off x="713225" y="334190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20" name="Google Shape;520;p31"/>
          <p:cNvSpPr txBox="1"/>
          <p:nvPr>
            <p:ph hasCustomPrompt="1" idx="3" type="title"/>
          </p:nvPr>
        </p:nvSpPr>
        <p:spPr>
          <a:xfrm>
            <a:off x="3873278" y="2769200"/>
            <a:ext cx="13977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1" name="Google Shape;521;p31"/>
          <p:cNvSpPr txBox="1"/>
          <p:nvPr>
            <p:ph idx="4" type="subTitle"/>
          </p:nvPr>
        </p:nvSpPr>
        <p:spPr>
          <a:xfrm>
            <a:off x="3418028" y="3722300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31"/>
          <p:cNvSpPr txBox="1"/>
          <p:nvPr>
            <p:ph idx="5" type="subTitle"/>
          </p:nvPr>
        </p:nvSpPr>
        <p:spPr>
          <a:xfrm>
            <a:off x="3418028" y="334190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23" name="Google Shape;523;p31"/>
          <p:cNvSpPr txBox="1"/>
          <p:nvPr>
            <p:ph hasCustomPrompt="1" idx="6" type="title"/>
          </p:nvPr>
        </p:nvSpPr>
        <p:spPr>
          <a:xfrm>
            <a:off x="6578080" y="2769200"/>
            <a:ext cx="1397700" cy="5727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4" name="Google Shape;524;p31"/>
          <p:cNvSpPr txBox="1"/>
          <p:nvPr>
            <p:ph idx="7" type="subTitle"/>
          </p:nvPr>
        </p:nvSpPr>
        <p:spPr>
          <a:xfrm>
            <a:off x="6122830" y="3722300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31"/>
          <p:cNvSpPr txBox="1"/>
          <p:nvPr>
            <p:ph idx="8" type="subTitle"/>
          </p:nvPr>
        </p:nvSpPr>
        <p:spPr>
          <a:xfrm>
            <a:off x="6122830" y="334190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b="1" sz="2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526" name="Google Shape;526;p31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527" name="Google Shape;527;p31"/>
          <p:cNvGrpSpPr/>
          <p:nvPr/>
        </p:nvGrpSpPr>
        <p:grpSpPr>
          <a:xfrm>
            <a:off x="-456458" y="-351445"/>
            <a:ext cx="9763936" cy="5900493"/>
            <a:chOff x="-456458" y="-351445"/>
            <a:chExt cx="9763936" cy="5900493"/>
          </a:xfrm>
        </p:grpSpPr>
        <p:grpSp>
          <p:nvGrpSpPr>
            <p:cNvPr id="528" name="Google Shape;528;p31"/>
            <p:cNvGrpSpPr/>
            <p:nvPr/>
          </p:nvGrpSpPr>
          <p:grpSpPr>
            <a:xfrm>
              <a:off x="7554067" y="4706330"/>
              <a:ext cx="1753411" cy="842718"/>
              <a:chOff x="7554067" y="4706330"/>
              <a:chExt cx="1753411" cy="842718"/>
            </a:xfrm>
          </p:grpSpPr>
          <p:sp>
            <p:nvSpPr>
              <p:cNvPr id="529" name="Google Shape;529;p31"/>
              <p:cNvSpPr/>
              <p:nvPr/>
            </p:nvSpPr>
            <p:spPr>
              <a:xfrm flipH="1">
                <a:off x="8664317" y="470633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31"/>
              <p:cNvSpPr/>
              <p:nvPr/>
            </p:nvSpPr>
            <p:spPr>
              <a:xfrm flipH="1">
                <a:off x="8109192" y="499208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1"/>
              <p:cNvSpPr/>
              <p:nvPr/>
            </p:nvSpPr>
            <p:spPr>
              <a:xfrm flipH="1">
                <a:off x="7554067" y="4706330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2" name="Google Shape;532;p31"/>
            <p:cNvSpPr/>
            <p:nvPr/>
          </p:nvSpPr>
          <p:spPr>
            <a:xfrm flipH="1" rot="-5400000">
              <a:off x="28604" y="4490905"/>
              <a:ext cx="643161" cy="556968"/>
            </a:xfrm>
            <a:custGeom>
              <a:rect b="b" l="l" r="r" t="t"/>
              <a:pathLst>
                <a:path extrusionOk="0" h="13150" w="15185">
                  <a:moveTo>
                    <a:pt x="3797" y="0"/>
                  </a:moveTo>
                  <a:lnTo>
                    <a:pt x="1" y="6576"/>
                  </a:lnTo>
                  <a:lnTo>
                    <a:pt x="3797" y="13150"/>
                  </a:lnTo>
                  <a:lnTo>
                    <a:pt x="11389" y="13150"/>
                  </a:lnTo>
                  <a:lnTo>
                    <a:pt x="15185" y="6576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 flipH="1" rot="-5400000">
              <a:off x="8447704" y="76980"/>
              <a:ext cx="643161" cy="556968"/>
            </a:xfrm>
            <a:custGeom>
              <a:rect b="b" l="l" r="r" t="t"/>
              <a:pathLst>
                <a:path extrusionOk="0" h="13150" w="15185">
                  <a:moveTo>
                    <a:pt x="3797" y="0"/>
                  </a:moveTo>
                  <a:lnTo>
                    <a:pt x="1" y="6576"/>
                  </a:lnTo>
                  <a:lnTo>
                    <a:pt x="3797" y="13150"/>
                  </a:lnTo>
                  <a:lnTo>
                    <a:pt x="11389" y="13150"/>
                  </a:lnTo>
                  <a:lnTo>
                    <a:pt x="15185" y="6576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4" name="Google Shape;534;p31"/>
            <p:cNvGrpSpPr/>
            <p:nvPr/>
          </p:nvGrpSpPr>
          <p:grpSpPr>
            <a:xfrm>
              <a:off x="-456458" y="-351445"/>
              <a:ext cx="1753411" cy="842718"/>
              <a:chOff x="-456458" y="-351445"/>
              <a:chExt cx="1753411" cy="842718"/>
            </a:xfrm>
          </p:grpSpPr>
          <p:sp>
            <p:nvSpPr>
              <p:cNvPr id="535" name="Google Shape;535;p31"/>
              <p:cNvSpPr/>
              <p:nvPr/>
            </p:nvSpPr>
            <p:spPr>
              <a:xfrm flipH="1">
                <a:off x="653792" y="-351445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31"/>
              <p:cNvSpPr/>
              <p:nvPr/>
            </p:nvSpPr>
            <p:spPr>
              <a:xfrm flipH="1">
                <a:off x="98667" y="-65695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31"/>
              <p:cNvSpPr/>
              <p:nvPr/>
            </p:nvSpPr>
            <p:spPr>
              <a:xfrm flipH="1">
                <a:off x="-456458" y="-351445"/>
                <a:ext cx="643161" cy="556968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"/>
          <p:cNvSpPr txBox="1"/>
          <p:nvPr>
            <p:ph type="title"/>
          </p:nvPr>
        </p:nvSpPr>
        <p:spPr>
          <a:xfrm>
            <a:off x="713263" y="5395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0" name="Google Shape;540;p32"/>
          <p:cNvSpPr txBox="1"/>
          <p:nvPr>
            <p:ph idx="1" type="subTitle"/>
          </p:nvPr>
        </p:nvSpPr>
        <p:spPr>
          <a:xfrm>
            <a:off x="713225" y="15245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32"/>
          <p:cNvSpPr txBox="1"/>
          <p:nvPr/>
        </p:nvSpPr>
        <p:spPr>
          <a:xfrm>
            <a:off x="713225" y="3733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542" name="Google Shape;542;p32"/>
          <p:cNvGrpSpPr/>
          <p:nvPr/>
        </p:nvGrpSpPr>
        <p:grpSpPr>
          <a:xfrm>
            <a:off x="-337637" y="-413138"/>
            <a:ext cx="9732995" cy="2272160"/>
            <a:chOff x="-337637" y="-413138"/>
            <a:chExt cx="9732995" cy="2272160"/>
          </a:xfrm>
        </p:grpSpPr>
        <p:grpSp>
          <p:nvGrpSpPr>
            <p:cNvPr id="543" name="Google Shape;543;p32"/>
            <p:cNvGrpSpPr/>
            <p:nvPr/>
          </p:nvGrpSpPr>
          <p:grpSpPr>
            <a:xfrm>
              <a:off x="-337637" y="-413138"/>
              <a:ext cx="879634" cy="2272160"/>
              <a:chOff x="-337637" y="-413138"/>
              <a:chExt cx="879634" cy="2272160"/>
            </a:xfrm>
          </p:grpSpPr>
          <p:sp>
            <p:nvSpPr>
              <p:cNvPr id="544" name="Google Shape;544;p32"/>
              <p:cNvSpPr/>
              <p:nvPr/>
            </p:nvSpPr>
            <p:spPr>
              <a:xfrm rot="5400000">
                <a:off x="-71647" y="-369087"/>
                <a:ext cx="657695" cy="569592"/>
              </a:xfrm>
              <a:custGeom>
                <a:rect b="b" l="l" r="r" t="t"/>
                <a:pathLst>
                  <a:path extrusionOk="0" h="13150" w="15184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 rot="5400000">
                <a:off x="-71690" y="707209"/>
                <a:ext cx="657782" cy="569592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2"/>
              <p:cNvSpPr/>
              <p:nvPr/>
            </p:nvSpPr>
            <p:spPr>
              <a:xfrm rot="5400000">
                <a:off x="-381731" y="169083"/>
                <a:ext cx="657782" cy="5695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 rot="5400000">
                <a:off x="-381731" y="1245335"/>
                <a:ext cx="657782" cy="5695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8" name="Google Shape;548;p32"/>
            <p:cNvGrpSpPr/>
            <p:nvPr/>
          </p:nvGrpSpPr>
          <p:grpSpPr>
            <a:xfrm>
              <a:off x="8283399" y="-199241"/>
              <a:ext cx="1111959" cy="1109526"/>
              <a:chOff x="8283399" y="-199241"/>
              <a:chExt cx="1111959" cy="1109526"/>
            </a:xfrm>
          </p:grpSpPr>
          <p:sp>
            <p:nvSpPr>
              <p:cNvPr id="549" name="Google Shape;549;p32"/>
              <p:cNvSpPr/>
              <p:nvPr/>
            </p:nvSpPr>
            <p:spPr>
              <a:xfrm>
                <a:off x="8780401" y="-199241"/>
                <a:ext cx="614957" cy="532623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8780395" y="377702"/>
                <a:ext cx="614957" cy="53258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32"/>
              <p:cNvSpPr/>
              <p:nvPr/>
            </p:nvSpPr>
            <p:spPr>
              <a:xfrm>
                <a:off x="8283399" y="76984"/>
                <a:ext cx="614917" cy="532623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33"/>
          <p:cNvGrpSpPr/>
          <p:nvPr/>
        </p:nvGrpSpPr>
        <p:grpSpPr>
          <a:xfrm>
            <a:off x="-135050" y="-373775"/>
            <a:ext cx="9536572" cy="5840717"/>
            <a:chOff x="-135050" y="-373775"/>
            <a:chExt cx="9536572" cy="5840717"/>
          </a:xfrm>
        </p:grpSpPr>
        <p:grpSp>
          <p:nvGrpSpPr>
            <p:cNvPr id="554" name="Google Shape;554;p33"/>
            <p:cNvGrpSpPr/>
            <p:nvPr/>
          </p:nvGrpSpPr>
          <p:grpSpPr>
            <a:xfrm>
              <a:off x="7148219" y="4287222"/>
              <a:ext cx="2253303" cy="1179720"/>
              <a:chOff x="7319525" y="4220750"/>
              <a:chExt cx="2119758" cy="1109803"/>
            </a:xfrm>
          </p:grpSpPr>
          <p:sp>
            <p:nvSpPr>
              <p:cNvPr id="555" name="Google Shape;555;p33"/>
              <p:cNvSpPr/>
              <p:nvPr/>
            </p:nvSpPr>
            <p:spPr>
              <a:xfrm>
                <a:off x="7319525" y="4509915"/>
                <a:ext cx="613585" cy="531392"/>
              </a:xfrm>
              <a:custGeom>
                <a:rect b="b" l="l" r="r" t="t"/>
                <a:pathLst>
                  <a:path extrusionOk="0" h="13150" w="15184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8323586" y="4509915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33"/>
              <p:cNvSpPr/>
              <p:nvPr/>
            </p:nvSpPr>
            <p:spPr>
              <a:xfrm>
                <a:off x="8825617" y="4220750"/>
                <a:ext cx="613666" cy="531351"/>
              </a:xfrm>
              <a:custGeom>
                <a:rect b="b" l="l" r="r" t="t"/>
                <a:pathLst>
                  <a:path extrusionOk="0" h="13149" w="15186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33"/>
              <p:cNvSpPr/>
              <p:nvPr/>
            </p:nvSpPr>
            <p:spPr>
              <a:xfrm>
                <a:off x="7821556" y="4799161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8825617" y="4799161"/>
                <a:ext cx="613666" cy="531392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0" name="Google Shape;560;p33"/>
            <p:cNvGrpSpPr/>
            <p:nvPr/>
          </p:nvGrpSpPr>
          <p:grpSpPr>
            <a:xfrm>
              <a:off x="-135050" y="-373775"/>
              <a:ext cx="2230134" cy="863394"/>
              <a:chOff x="-135050" y="-373775"/>
              <a:chExt cx="2230134" cy="863394"/>
            </a:xfrm>
          </p:grpSpPr>
          <p:sp>
            <p:nvSpPr>
              <p:cNvPr id="561" name="Google Shape;561;p33"/>
              <p:cNvSpPr/>
              <p:nvPr/>
            </p:nvSpPr>
            <p:spPr>
              <a:xfrm>
                <a:off x="393102" y="-69506"/>
                <a:ext cx="645595" cy="559124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33"/>
              <p:cNvSpPr/>
              <p:nvPr/>
            </p:nvSpPr>
            <p:spPr>
              <a:xfrm>
                <a:off x="-135050" y="-373775"/>
                <a:ext cx="645552" cy="559082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33"/>
              <p:cNvSpPr/>
              <p:nvPr/>
            </p:nvSpPr>
            <p:spPr>
              <a:xfrm>
                <a:off x="921338" y="-373775"/>
                <a:ext cx="645595" cy="559082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3"/>
              <p:cNvSpPr/>
              <p:nvPr/>
            </p:nvSpPr>
            <p:spPr>
              <a:xfrm>
                <a:off x="1449532" y="-69506"/>
                <a:ext cx="645552" cy="559124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65" name="Google Shape;565;p33"/>
          <p:cNvGrpSpPr/>
          <p:nvPr/>
        </p:nvGrpSpPr>
        <p:grpSpPr>
          <a:xfrm>
            <a:off x="0" y="112950"/>
            <a:ext cx="9077325" cy="4867275"/>
            <a:chOff x="0" y="112950"/>
            <a:chExt cx="9077325" cy="4867275"/>
          </a:xfrm>
        </p:grpSpPr>
        <p:pic>
          <p:nvPicPr>
            <p:cNvPr id="566" name="Google Shape;566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877175" y="112950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pic>
        <p:pic>
          <p:nvPicPr>
            <p:cNvPr id="567" name="Google Shape;56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780075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34"/>
          <p:cNvGrpSpPr/>
          <p:nvPr/>
        </p:nvGrpSpPr>
        <p:grpSpPr>
          <a:xfrm flipH="1" rot="10800000">
            <a:off x="-237697" y="4154451"/>
            <a:ext cx="9810337" cy="1466543"/>
            <a:chOff x="-237697" y="-361624"/>
            <a:chExt cx="9810337" cy="1466543"/>
          </a:xfrm>
        </p:grpSpPr>
        <p:grpSp>
          <p:nvGrpSpPr>
            <p:cNvPr id="570" name="Google Shape;570;p34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571" name="Google Shape;571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34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rect b="b" l="l" r="r" t="t"/>
                <a:pathLst>
                  <a:path extrusionOk="0" h="13151" w="15185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rect b="b" l="l" r="r" t="t"/>
                <a:pathLst>
                  <a:path extrusionOk="0" h="13152" w="15183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34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rect b="b" l="l" r="r" t="t"/>
                <a:pathLst>
                  <a:path extrusionOk="0" h="13149" w="15183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4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rect b="b" l="l" r="r" t="t"/>
                <a:pathLst>
                  <a:path extrusionOk="0" h="13150" w="15185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34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7" name="Google Shape;577;p34"/>
            <p:cNvSpPr/>
            <p:nvPr/>
          </p:nvSpPr>
          <p:spPr>
            <a:xfrm>
              <a:off x="8830749" y="44251"/>
              <a:ext cx="741890" cy="642509"/>
            </a:xfrm>
            <a:custGeom>
              <a:rect b="b" l="l" r="r" t="t"/>
              <a:pathLst>
                <a:path extrusionOk="0" h="13150" w="15184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34"/>
          <p:cNvGrpSpPr/>
          <p:nvPr/>
        </p:nvGrpSpPr>
        <p:grpSpPr>
          <a:xfrm>
            <a:off x="5370950" y="1381125"/>
            <a:ext cx="3268225" cy="3222870"/>
            <a:chOff x="5370950" y="1381125"/>
            <a:chExt cx="3268225" cy="3222870"/>
          </a:xfrm>
        </p:grpSpPr>
        <p:grpSp>
          <p:nvGrpSpPr>
            <p:cNvPr id="579" name="Google Shape;579;p34"/>
            <p:cNvGrpSpPr/>
            <p:nvPr/>
          </p:nvGrpSpPr>
          <p:grpSpPr>
            <a:xfrm>
              <a:off x="5532875" y="1381125"/>
              <a:ext cx="2079270" cy="2507147"/>
              <a:chOff x="-2353825" y="1381125"/>
              <a:chExt cx="2079270" cy="2507147"/>
            </a:xfrm>
          </p:grpSpPr>
          <p:sp>
            <p:nvSpPr>
              <p:cNvPr id="580" name="Google Shape;580;p34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34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4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4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4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4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4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4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4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1" name="Google Shape;591;p34"/>
            <p:cNvGrpSpPr/>
            <p:nvPr/>
          </p:nvGrpSpPr>
          <p:grpSpPr>
            <a:xfrm>
              <a:off x="5370950" y="1628700"/>
              <a:ext cx="3268225" cy="2975295"/>
              <a:chOff x="313175" y="1628700"/>
              <a:chExt cx="3268225" cy="2975295"/>
            </a:xfrm>
          </p:grpSpPr>
          <p:pic>
            <p:nvPicPr>
              <p:cNvPr id="592" name="Google Shape;592;p34"/>
              <p:cNvPicPr preferRelativeResize="0"/>
              <p:nvPr/>
            </p:nvPicPr>
            <p:blipFill rotWithShape="1">
              <a:blip r:embed="rId2">
                <a:alphaModFix/>
              </a:blip>
              <a:srcRect b="10273" l="18116" r="18116" t="10280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593" name="Google Shape;593;p34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94" name="Google Shape;594;p34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b="1" sz="33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b="1"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Char char="⬣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sabinaixchelgm/NextStep-Science/blob/main/NextStep-Science%20-%20workflow.png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5"/>
          <p:cNvSpPr txBox="1"/>
          <p:nvPr>
            <p:ph type="ctrTitle"/>
          </p:nvPr>
        </p:nvSpPr>
        <p:spPr>
          <a:xfrm>
            <a:off x="713225" y="1311850"/>
            <a:ext cx="4708200" cy="23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NextStep Science: A Lab AI Assistant</a:t>
            </a:r>
            <a:endParaRPr/>
          </a:p>
        </p:txBody>
      </p:sp>
      <p:sp>
        <p:nvSpPr>
          <p:cNvPr id="600" name="Google Shape;600;p35"/>
          <p:cNvSpPr txBox="1"/>
          <p:nvPr>
            <p:ph idx="1" type="subTitle"/>
          </p:nvPr>
        </p:nvSpPr>
        <p:spPr>
          <a:xfrm>
            <a:off x="713225" y="3613150"/>
            <a:ext cx="47082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Team Members: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601" name="Google Shape;601;p35"/>
          <p:cNvSpPr txBox="1"/>
          <p:nvPr>
            <p:ph idx="2" type="subTitle"/>
          </p:nvPr>
        </p:nvSpPr>
        <p:spPr>
          <a:xfrm>
            <a:off x="5959850" y="539500"/>
            <a:ext cx="2918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Microsoft Innovation Challenge</a:t>
            </a:r>
            <a:endParaRPr sz="1500"/>
          </a:p>
        </p:txBody>
      </p:sp>
      <p:grpSp>
        <p:nvGrpSpPr>
          <p:cNvPr id="602" name="Google Shape;602;p35"/>
          <p:cNvGrpSpPr/>
          <p:nvPr/>
        </p:nvGrpSpPr>
        <p:grpSpPr>
          <a:xfrm>
            <a:off x="5454325" y="1359997"/>
            <a:ext cx="3424042" cy="3244078"/>
            <a:chOff x="5454325" y="1359997"/>
            <a:chExt cx="3424042" cy="3244078"/>
          </a:xfrm>
        </p:grpSpPr>
        <p:grpSp>
          <p:nvGrpSpPr>
            <p:cNvPr id="603" name="Google Shape;603;p35"/>
            <p:cNvGrpSpPr/>
            <p:nvPr/>
          </p:nvGrpSpPr>
          <p:grpSpPr>
            <a:xfrm>
              <a:off x="6612028" y="1359997"/>
              <a:ext cx="2266339" cy="2423511"/>
              <a:chOff x="8495885" y="1601170"/>
              <a:chExt cx="1765474" cy="1887911"/>
            </a:xfrm>
          </p:grpSpPr>
          <p:sp>
            <p:nvSpPr>
              <p:cNvPr id="604" name="Google Shape;604;p35"/>
              <p:cNvSpPr/>
              <p:nvPr/>
            </p:nvSpPr>
            <p:spPr>
              <a:xfrm>
                <a:off x="8495885" y="1842073"/>
                <a:ext cx="511018" cy="442530"/>
              </a:xfrm>
              <a:custGeom>
                <a:rect b="b" l="l" r="r" t="t"/>
                <a:pathLst>
                  <a:path extrusionOk="0" h="13149" w="15184">
                    <a:moveTo>
                      <a:pt x="3796" y="0"/>
                    </a:moveTo>
                    <a:lnTo>
                      <a:pt x="1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5"/>
              <p:cNvSpPr/>
              <p:nvPr/>
            </p:nvSpPr>
            <p:spPr>
              <a:xfrm>
                <a:off x="9332144" y="1842073"/>
                <a:ext cx="511085" cy="442530"/>
              </a:xfrm>
              <a:custGeom>
                <a:rect b="b" l="l" r="r" t="t"/>
                <a:pathLst>
                  <a:path extrusionOk="0" h="13149" w="15186">
                    <a:moveTo>
                      <a:pt x="3796" y="0"/>
                    </a:moveTo>
                    <a:lnTo>
                      <a:pt x="1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6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5"/>
              <p:cNvSpPr/>
              <p:nvPr/>
            </p:nvSpPr>
            <p:spPr>
              <a:xfrm>
                <a:off x="9750274" y="1601170"/>
                <a:ext cx="511085" cy="442563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5"/>
              <p:cNvSpPr/>
              <p:nvPr/>
            </p:nvSpPr>
            <p:spPr>
              <a:xfrm>
                <a:off x="9332144" y="2323810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5"/>
              <p:cNvSpPr/>
              <p:nvPr/>
            </p:nvSpPr>
            <p:spPr>
              <a:xfrm>
                <a:off x="8495885" y="2805582"/>
                <a:ext cx="511018" cy="442597"/>
              </a:xfrm>
              <a:custGeom>
                <a:rect b="b" l="l" r="r" t="t"/>
                <a:pathLst>
                  <a:path extrusionOk="0" h="13151" w="15184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3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5"/>
              <p:cNvSpPr/>
              <p:nvPr/>
            </p:nvSpPr>
            <p:spPr>
              <a:xfrm>
                <a:off x="8914015" y="2564679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7" y="1"/>
                    </a:moveTo>
                    <a:lnTo>
                      <a:pt x="0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5"/>
              <p:cNvSpPr/>
              <p:nvPr/>
            </p:nvSpPr>
            <p:spPr>
              <a:xfrm>
                <a:off x="9750274" y="2564679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5"/>
              <p:cNvSpPr/>
              <p:nvPr/>
            </p:nvSpPr>
            <p:spPr>
              <a:xfrm>
                <a:off x="9750274" y="3046450"/>
                <a:ext cx="511085" cy="442631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5"/>
              <p:cNvSpPr/>
              <p:nvPr/>
            </p:nvSpPr>
            <p:spPr>
              <a:xfrm>
                <a:off x="9332144" y="2323810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5"/>
              <p:cNvSpPr/>
              <p:nvPr/>
            </p:nvSpPr>
            <p:spPr>
              <a:xfrm>
                <a:off x="9750274" y="3046450"/>
                <a:ext cx="511085" cy="442631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5"/>
              <p:cNvSpPr/>
              <p:nvPr/>
            </p:nvSpPr>
            <p:spPr>
              <a:xfrm>
                <a:off x="8914015" y="2082945"/>
                <a:ext cx="511085" cy="442563"/>
              </a:xfrm>
              <a:custGeom>
                <a:rect b="b" l="l" r="r" t="t"/>
                <a:pathLst>
                  <a:path extrusionOk="0" h="13150" w="15186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5"/>
              <p:cNvSpPr/>
              <p:nvPr/>
            </p:nvSpPr>
            <p:spPr>
              <a:xfrm>
                <a:off x="9750274" y="2082908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5"/>
              <p:cNvSpPr/>
              <p:nvPr/>
            </p:nvSpPr>
            <p:spPr>
              <a:xfrm>
                <a:off x="8914015" y="3046450"/>
                <a:ext cx="511085" cy="442631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0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5"/>
              <p:cNvSpPr/>
              <p:nvPr/>
            </p:nvSpPr>
            <p:spPr>
              <a:xfrm>
                <a:off x="8495885" y="2323810"/>
                <a:ext cx="511018" cy="442597"/>
              </a:xfrm>
              <a:custGeom>
                <a:rect b="b" l="l" r="r" t="t"/>
                <a:pathLst>
                  <a:path extrusionOk="0" h="13151" w="15184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5"/>
              <p:cNvSpPr/>
              <p:nvPr/>
            </p:nvSpPr>
            <p:spPr>
              <a:xfrm>
                <a:off x="9332144" y="2805582"/>
                <a:ext cx="511085" cy="442597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1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6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9" name="Google Shape;619;p35"/>
            <p:cNvSpPr/>
            <p:nvPr/>
          </p:nvSpPr>
          <p:spPr>
            <a:xfrm>
              <a:off x="5454325" y="4193075"/>
              <a:ext cx="2938200" cy="411000"/>
            </a:xfrm>
            <a:prstGeom prst="ellipse">
              <a:avLst/>
            </a:prstGeom>
            <a:solidFill>
              <a:schemeClr val="dk1">
                <a:alpha val="177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0" name="Google Shape;620;p35"/>
            <p:cNvPicPr preferRelativeResize="0"/>
            <p:nvPr/>
          </p:nvPicPr>
          <p:blipFill rotWithShape="1">
            <a:blip r:embed="rId3">
              <a:alphaModFix/>
            </a:blip>
            <a:srcRect b="11455" l="11738" r="11745" t="11455"/>
            <a:stretch/>
          </p:blipFill>
          <p:spPr>
            <a:xfrm>
              <a:off x="5487200" y="1811000"/>
              <a:ext cx="2638451" cy="265825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</p:pic>
      </p:grpSp>
      <p:sp>
        <p:nvSpPr>
          <p:cNvPr id="621" name="Google Shape;621;p35"/>
          <p:cNvSpPr txBox="1"/>
          <p:nvPr/>
        </p:nvSpPr>
        <p:spPr>
          <a:xfrm>
            <a:off x="1654575" y="3970494"/>
            <a:ext cx="26112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Giovanni Yisrael Lopez Garcia</a:t>
            </a:r>
            <a:endParaRPr sz="9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Hansell Augusto Najarro Altan</a:t>
            </a:r>
            <a:endParaRPr sz="9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Isaac Suarez Maldonado</a:t>
            </a:r>
            <a:endParaRPr sz="9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Jose Angel Zavaleta Ruiz</a:t>
            </a:r>
            <a:endParaRPr sz="9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marR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Roboto"/>
              <a:buChar char="●"/>
            </a:pPr>
            <a:r>
              <a:rPr lang="en" sz="9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Sabina Ixchel Garcia Mendoza</a:t>
            </a:r>
            <a:endParaRPr sz="900">
              <a:solidFill>
                <a:schemeClr val="accent5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"/>
          <p:cNvSpPr txBox="1"/>
          <p:nvPr>
            <p:ph type="title"/>
          </p:nvPr>
        </p:nvSpPr>
        <p:spPr>
          <a:xfrm>
            <a:off x="3943350" y="2343900"/>
            <a:ext cx="4849500" cy="131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The Problem &amp; Project Goal</a:t>
            </a:r>
            <a:endParaRPr sz="3800"/>
          </a:p>
        </p:txBody>
      </p:sp>
      <p:sp>
        <p:nvSpPr>
          <p:cNvPr id="627" name="Google Shape;627;p36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grpSp>
        <p:nvGrpSpPr>
          <p:cNvPr id="628" name="Google Shape;628;p36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629" name="Google Shape;629;p36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30" name="Google Shape;630;p36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36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36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6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6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6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6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6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6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6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6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1" name="Google Shape;641;p36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642" name="Google Shape;642;p36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43" name="Google Shape;643;p36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Problem &amp; Project Goal</a:t>
            </a:r>
            <a:endParaRPr/>
          </a:p>
        </p:txBody>
      </p:sp>
      <p:sp>
        <p:nvSpPr>
          <p:cNvPr id="649" name="Google Shape;649;p37"/>
          <p:cNvSpPr txBox="1"/>
          <p:nvPr>
            <p:ph idx="2" type="subTitle"/>
          </p:nvPr>
        </p:nvSpPr>
        <p:spPr>
          <a:xfrm>
            <a:off x="165139" y="1290950"/>
            <a:ext cx="2799300" cy="13653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Issue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AI systems lack domain-aware safeguards and can provide hazardous scientific suggestions.</a:t>
            </a:r>
            <a:endParaRPr/>
          </a:p>
        </p:txBody>
      </p:sp>
      <p:pic>
        <p:nvPicPr>
          <p:cNvPr id="650" name="Google Shape;6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593903">
            <a:off x="494412" y="3635761"/>
            <a:ext cx="1417928" cy="141792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651" name="Google Shape;651;p37"/>
          <p:cNvSpPr txBox="1"/>
          <p:nvPr>
            <p:ph idx="2" type="subTitle"/>
          </p:nvPr>
        </p:nvSpPr>
        <p:spPr>
          <a:xfrm>
            <a:off x="5772036" y="2998411"/>
            <a:ext cx="2685600" cy="1626600"/>
          </a:xfrm>
          <a:prstGeom prst="rect">
            <a:avLst/>
          </a:prstGeom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Goal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an assistant that understands experimental inputs (PDFs, CSVs, Images) to suggest </a:t>
            </a:r>
            <a:r>
              <a:rPr b="1" lang="en"/>
              <a:t>safe, bounded next steps.</a:t>
            </a:r>
            <a:endParaRPr b="1"/>
          </a:p>
        </p:txBody>
      </p:sp>
      <p:sp>
        <p:nvSpPr>
          <p:cNvPr id="652" name="Google Shape;652;p37"/>
          <p:cNvSpPr txBox="1"/>
          <p:nvPr>
            <p:ph idx="2" type="subTitle"/>
          </p:nvPr>
        </p:nvSpPr>
        <p:spPr>
          <a:xfrm>
            <a:off x="2968588" y="2204950"/>
            <a:ext cx="2799300" cy="11886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Value Proposition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Augmenting reasoning while preventing unsafe or hazardous recommendations.</a:t>
            </a:r>
            <a:endParaRPr b="1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8"/>
          <p:cNvSpPr txBox="1"/>
          <p:nvPr>
            <p:ph type="title"/>
          </p:nvPr>
        </p:nvSpPr>
        <p:spPr>
          <a:xfrm>
            <a:off x="3943350" y="2343900"/>
            <a:ext cx="4849500" cy="12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Core Capabilities &amp; Multimodal Input</a:t>
            </a:r>
            <a:endParaRPr sz="3800"/>
          </a:p>
        </p:txBody>
      </p:sp>
      <p:sp>
        <p:nvSpPr>
          <p:cNvPr id="658" name="Google Shape;658;p38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</a:t>
            </a:r>
            <a:endParaRPr/>
          </a:p>
        </p:txBody>
      </p:sp>
      <p:grpSp>
        <p:nvGrpSpPr>
          <p:cNvPr id="659" name="Google Shape;659;p38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660" name="Google Shape;660;p38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661" name="Google Shape;661;p38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8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8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8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8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2" name="Google Shape;672;p38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673" name="Google Shape;673;p38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74" name="Google Shape;674;p38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6225" y="6572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grpSp>
        <p:nvGrpSpPr>
          <p:cNvPr id="680" name="Google Shape;680;p39"/>
          <p:cNvGrpSpPr/>
          <p:nvPr/>
        </p:nvGrpSpPr>
        <p:grpSpPr>
          <a:xfrm>
            <a:off x="4743725" y="1345125"/>
            <a:ext cx="3241200" cy="2807300"/>
            <a:chOff x="4743725" y="1345125"/>
            <a:chExt cx="3241200" cy="2807300"/>
          </a:xfrm>
        </p:grpSpPr>
        <p:sp>
          <p:nvSpPr>
            <p:cNvPr id="681" name="Google Shape;681;p39"/>
            <p:cNvSpPr/>
            <p:nvPr/>
          </p:nvSpPr>
          <p:spPr>
            <a:xfrm>
              <a:off x="5959175" y="3198475"/>
              <a:ext cx="810300" cy="82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5686475" y="3871025"/>
              <a:ext cx="1355700" cy="28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4743725" y="1345125"/>
              <a:ext cx="3241200" cy="202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84" name="Google Shape;684;p39" title="imagen_2026-03-30_171805197.png"/>
          <p:cNvPicPr preferRelativeResize="0"/>
          <p:nvPr/>
        </p:nvPicPr>
        <p:blipFill rotWithShape="1">
          <a:blip r:embed="rId4">
            <a:alphaModFix/>
          </a:blip>
          <a:srcRect b="0" l="6340" r="6340" t="0"/>
          <a:stretch/>
        </p:blipFill>
        <p:spPr>
          <a:xfrm>
            <a:off x="4869475" y="1516763"/>
            <a:ext cx="2989697" cy="1681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685" name="Google Shape;685;p39"/>
          <p:cNvPicPr preferRelativeResize="0"/>
          <p:nvPr/>
        </p:nvPicPr>
        <p:blipFill rotWithShape="1">
          <a:blip r:embed="rId5">
            <a:alphaModFix/>
          </a:blip>
          <a:srcRect b="23013" l="0" r="0" t="23018"/>
          <a:stretch/>
        </p:blipFill>
        <p:spPr>
          <a:xfrm rot="756986">
            <a:off x="6615400" y="3271525"/>
            <a:ext cx="1965600" cy="1060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686" name="Google Shape;686;p39"/>
          <p:cNvSpPr txBox="1"/>
          <p:nvPr>
            <p:ph idx="4294967295" type="subTitle"/>
          </p:nvPr>
        </p:nvSpPr>
        <p:spPr>
          <a:xfrm>
            <a:off x="902325" y="2572414"/>
            <a:ext cx="28137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Supports </a:t>
            </a:r>
            <a:r>
              <a:rPr b="1" lang="en"/>
              <a:t>PDF </a:t>
            </a:r>
            <a:r>
              <a:rPr lang="en"/>
              <a:t>protocols, </a:t>
            </a:r>
            <a:r>
              <a:rPr b="1" lang="en"/>
              <a:t>CSV </a:t>
            </a:r>
            <a:r>
              <a:rPr lang="en"/>
              <a:t>datasets, and </a:t>
            </a:r>
            <a:r>
              <a:rPr b="1" lang="en"/>
              <a:t>image-based</a:t>
            </a:r>
            <a:r>
              <a:rPr lang="en"/>
              <a:t> experimental setups.</a:t>
            </a:r>
            <a:endParaRPr/>
          </a:p>
        </p:txBody>
      </p:sp>
      <p:sp>
        <p:nvSpPr>
          <p:cNvPr id="687" name="Google Shape;687;p39"/>
          <p:cNvSpPr txBox="1"/>
          <p:nvPr>
            <p:ph idx="4294967295" type="subTitle"/>
          </p:nvPr>
        </p:nvSpPr>
        <p:spPr>
          <a:xfrm>
            <a:off x="902325" y="2141790"/>
            <a:ext cx="28137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Input Handling</a:t>
            </a:r>
            <a:endParaRPr b="1" sz="1900"/>
          </a:p>
        </p:txBody>
      </p:sp>
      <p:grpSp>
        <p:nvGrpSpPr>
          <p:cNvPr id="688" name="Google Shape;688;p39"/>
          <p:cNvGrpSpPr/>
          <p:nvPr/>
        </p:nvGrpSpPr>
        <p:grpSpPr>
          <a:xfrm>
            <a:off x="902337" y="1290375"/>
            <a:ext cx="932487" cy="799318"/>
            <a:chOff x="902337" y="1290375"/>
            <a:chExt cx="932487" cy="799318"/>
          </a:xfrm>
        </p:grpSpPr>
        <p:sp>
          <p:nvSpPr>
            <p:cNvPr id="689" name="Google Shape;689;p39"/>
            <p:cNvSpPr/>
            <p:nvPr/>
          </p:nvSpPr>
          <p:spPr>
            <a:xfrm>
              <a:off x="902337" y="1290375"/>
              <a:ext cx="932487" cy="799318"/>
            </a:xfrm>
            <a:custGeom>
              <a:rect b="b" l="l" r="r" t="t"/>
              <a:pathLst>
                <a:path extrusionOk="0" h="13151" w="15184">
                  <a:moveTo>
                    <a:pt x="3797" y="1"/>
                  </a:moveTo>
                  <a:lnTo>
                    <a:pt x="0" y="6576"/>
                  </a:lnTo>
                  <a:lnTo>
                    <a:pt x="3797" y="13151"/>
                  </a:lnTo>
                  <a:lnTo>
                    <a:pt x="11388" y="13151"/>
                  </a:lnTo>
                  <a:lnTo>
                    <a:pt x="15184" y="6576"/>
                  </a:lnTo>
                  <a:lnTo>
                    <a:pt x="113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000" lIns="131000" spcFirstLastPara="1" rIns="131000" wrap="square" tIns="13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0" name="Google Shape;690;p39"/>
            <p:cNvGrpSpPr/>
            <p:nvPr/>
          </p:nvGrpSpPr>
          <p:grpSpPr>
            <a:xfrm>
              <a:off x="1108815" y="1430244"/>
              <a:ext cx="519604" cy="519689"/>
              <a:chOff x="6020346" y="3627168"/>
              <a:chExt cx="375247" cy="375308"/>
            </a:xfrm>
          </p:grpSpPr>
          <p:sp>
            <p:nvSpPr>
              <p:cNvPr id="691" name="Google Shape;691;p39"/>
              <p:cNvSpPr/>
              <p:nvPr/>
            </p:nvSpPr>
            <p:spPr>
              <a:xfrm>
                <a:off x="6020346" y="3627168"/>
                <a:ext cx="375247" cy="375308"/>
              </a:xfrm>
              <a:custGeom>
                <a:rect b="b" l="l" r="r" t="t"/>
                <a:pathLst>
                  <a:path extrusionOk="0" h="20205" w="20199">
                    <a:moveTo>
                      <a:pt x="4447" y="1627"/>
                    </a:moveTo>
                    <a:lnTo>
                      <a:pt x="4447" y="4445"/>
                    </a:lnTo>
                    <a:lnTo>
                      <a:pt x="1628" y="4445"/>
                    </a:lnTo>
                    <a:lnTo>
                      <a:pt x="4447" y="1627"/>
                    </a:lnTo>
                    <a:close/>
                    <a:moveTo>
                      <a:pt x="19016" y="8653"/>
                    </a:moveTo>
                    <a:lnTo>
                      <a:pt x="19016" y="16009"/>
                    </a:lnTo>
                    <a:lnTo>
                      <a:pt x="3948" y="16009"/>
                    </a:lnTo>
                    <a:lnTo>
                      <a:pt x="3948" y="8653"/>
                    </a:lnTo>
                    <a:close/>
                    <a:moveTo>
                      <a:pt x="13930" y="1185"/>
                    </a:moveTo>
                    <a:lnTo>
                      <a:pt x="13930" y="7469"/>
                    </a:lnTo>
                    <a:lnTo>
                      <a:pt x="2764" y="7469"/>
                    </a:lnTo>
                    <a:lnTo>
                      <a:pt x="2764" y="17193"/>
                    </a:lnTo>
                    <a:lnTo>
                      <a:pt x="13930" y="17193"/>
                    </a:lnTo>
                    <a:lnTo>
                      <a:pt x="13930" y="19020"/>
                    </a:lnTo>
                    <a:lnTo>
                      <a:pt x="1184" y="19020"/>
                    </a:lnTo>
                    <a:lnTo>
                      <a:pt x="1184" y="5629"/>
                    </a:lnTo>
                    <a:lnTo>
                      <a:pt x="5631" y="5629"/>
                    </a:lnTo>
                    <a:lnTo>
                      <a:pt x="5631" y="1185"/>
                    </a:lnTo>
                    <a:close/>
                    <a:moveTo>
                      <a:pt x="4399" y="1"/>
                    </a:moveTo>
                    <a:lnTo>
                      <a:pt x="0" y="4399"/>
                    </a:lnTo>
                    <a:lnTo>
                      <a:pt x="0" y="20204"/>
                    </a:lnTo>
                    <a:lnTo>
                      <a:pt x="15114" y="20204"/>
                    </a:lnTo>
                    <a:lnTo>
                      <a:pt x="15114" y="17193"/>
                    </a:lnTo>
                    <a:lnTo>
                      <a:pt x="20198" y="17193"/>
                    </a:lnTo>
                    <a:lnTo>
                      <a:pt x="20198" y="7469"/>
                    </a:lnTo>
                    <a:lnTo>
                      <a:pt x="15114" y="7469"/>
                    </a:lnTo>
                    <a:lnTo>
                      <a:pt x="1511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31000" lIns="131000" spcFirstLastPara="1" rIns="131000" wrap="square" tIns="131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9"/>
              <p:cNvSpPr/>
              <p:nvPr/>
            </p:nvSpPr>
            <p:spPr>
              <a:xfrm>
                <a:off x="6117284" y="3808795"/>
                <a:ext cx="67251" cy="95977"/>
              </a:xfrm>
              <a:custGeom>
                <a:rect b="b" l="l" r="r" t="t"/>
                <a:pathLst>
                  <a:path extrusionOk="0" h="5167" w="3620">
                    <a:moveTo>
                      <a:pt x="1894" y="1184"/>
                    </a:moveTo>
                    <a:cubicBezTo>
                      <a:pt x="2198" y="1184"/>
                      <a:pt x="2446" y="1431"/>
                      <a:pt x="2446" y="1737"/>
                    </a:cubicBezTo>
                    <a:cubicBezTo>
                      <a:pt x="2446" y="2041"/>
                      <a:pt x="2198" y="2288"/>
                      <a:pt x="1894" y="2288"/>
                    </a:cubicBezTo>
                    <a:cubicBezTo>
                      <a:pt x="1891" y="2288"/>
                      <a:pt x="1887" y="2288"/>
                      <a:pt x="1883" y="2288"/>
                    </a:cubicBezTo>
                    <a:lnTo>
                      <a:pt x="1185" y="2288"/>
                    </a:lnTo>
                    <a:lnTo>
                      <a:pt x="1185" y="1184"/>
                    </a:lnTo>
                    <a:lnTo>
                      <a:pt x="1883" y="1184"/>
                    </a:lnTo>
                    <a:cubicBezTo>
                      <a:pt x="1887" y="1184"/>
                      <a:pt x="1891" y="1184"/>
                      <a:pt x="1894" y="1184"/>
                    </a:cubicBezTo>
                    <a:close/>
                    <a:moveTo>
                      <a:pt x="1" y="0"/>
                    </a:moveTo>
                    <a:lnTo>
                      <a:pt x="1" y="5166"/>
                    </a:lnTo>
                    <a:lnTo>
                      <a:pt x="1185" y="5166"/>
                    </a:lnTo>
                    <a:lnTo>
                      <a:pt x="1185" y="3472"/>
                    </a:lnTo>
                    <a:lnTo>
                      <a:pt x="1883" y="3472"/>
                    </a:lnTo>
                    <a:cubicBezTo>
                      <a:pt x="2842" y="3472"/>
                      <a:pt x="3620" y="2695"/>
                      <a:pt x="3620" y="1737"/>
                    </a:cubicBezTo>
                    <a:cubicBezTo>
                      <a:pt x="3620" y="777"/>
                      <a:pt x="2842" y="0"/>
                      <a:pt x="18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31000" lIns="131000" spcFirstLastPara="1" rIns="131000" wrap="square" tIns="131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9"/>
              <p:cNvSpPr/>
              <p:nvPr/>
            </p:nvSpPr>
            <p:spPr>
              <a:xfrm>
                <a:off x="6288420" y="3808795"/>
                <a:ext cx="60117" cy="95977"/>
              </a:xfrm>
              <a:custGeom>
                <a:rect b="b" l="l" r="r" t="t"/>
                <a:pathLst>
                  <a:path extrusionOk="0" h="5167" w="3236">
                    <a:moveTo>
                      <a:pt x="1" y="0"/>
                    </a:moveTo>
                    <a:lnTo>
                      <a:pt x="1" y="5166"/>
                    </a:lnTo>
                    <a:lnTo>
                      <a:pt x="1184" y="5166"/>
                    </a:lnTo>
                    <a:lnTo>
                      <a:pt x="1184" y="3472"/>
                    </a:lnTo>
                    <a:lnTo>
                      <a:pt x="2815" y="3472"/>
                    </a:lnTo>
                    <a:lnTo>
                      <a:pt x="2815" y="2288"/>
                    </a:lnTo>
                    <a:lnTo>
                      <a:pt x="1184" y="2288"/>
                    </a:lnTo>
                    <a:lnTo>
                      <a:pt x="1184" y="1184"/>
                    </a:lnTo>
                    <a:lnTo>
                      <a:pt x="3236" y="1184"/>
                    </a:lnTo>
                    <a:lnTo>
                      <a:pt x="32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31000" lIns="131000" spcFirstLastPara="1" rIns="131000" wrap="square" tIns="131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9"/>
              <p:cNvSpPr/>
              <p:nvPr/>
            </p:nvSpPr>
            <p:spPr>
              <a:xfrm>
                <a:off x="6201718" y="3808795"/>
                <a:ext cx="67251" cy="95661"/>
              </a:xfrm>
              <a:custGeom>
                <a:rect b="b" l="l" r="r" t="t"/>
                <a:pathLst>
                  <a:path extrusionOk="0" h="5150" w="3620">
                    <a:moveTo>
                      <a:pt x="1882" y="1184"/>
                    </a:moveTo>
                    <a:cubicBezTo>
                      <a:pt x="2188" y="1184"/>
                      <a:pt x="2435" y="1434"/>
                      <a:pt x="2437" y="1740"/>
                    </a:cubicBezTo>
                    <a:lnTo>
                      <a:pt x="2437" y="3412"/>
                    </a:lnTo>
                    <a:cubicBezTo>
                      <a:pt x="2435" y="3718"/>
                      <a:pt x="2188" y="3966"/>
                      <a:pt x="1882" y="3966"/>
                    </a:cubicBezTo>
                    <a:lnTo>
                      <a:pt x="1184" y="3966"/>
                    </a:lnTo>
                    <a:lnTo>
                      <a:pt x="1184" y="1184"/>
                    </a:lnTo>
                    <a:close/>
                    <a:moveTo>
                      <a:pt x="0" y="0"/>
                    </a:moveTo>
                    <a:lnTo>
                      <a:pt x="0" y="5150"/>
                    </a:lnTo>
                    <a:lnTo>
                      <a:pt x="1882" y="5150"/>
                    </a:lnTo>
                    <a:cubicBezTo>
                      <a:pt x="2842" y="5150"/>
                      <a:pt x="3619" y="4372"/>
                      <a:pt x="3619" y="3412"/>
                    </a:cubicBezTo>
                    <a:lnTo>
                      <a:pt x="3619" y="1740"/>
                    </a:lnTo>
                    <a:cubicBezTo>
                      <a:pt x="3619" y="780"/>
                      <a:pt x="2842" y="2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31000" lIns="131000" spcFirstLastPara="1" rIns="131000" wrap="square" tIns="131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9"/>
              <p:cNvSpPr/>
              <p:nvPr/>
            </p:nvSpPr>
            <p:spPr>
              <a:xfrm>
                <a:off x="6150909" y="3709753"/>
                <a:ext cx="100746" cy="21993"/>
              </a:xfrm>
              <a:custGeom>
                <a:rect b="b" l="l" r="r" t="t"/>
                <a:pathLst>
                  <a:path extrusionOk="0" h="1184" w="5423">
                    <a:moveTo>
                      <a:pt x="0" y="1"/>
                    </a:moveTo>
                    <a:lnTo>
                      <a:pt x="0" y="1183"/>
                    </a:lnTo>
                    <a:lnTo>
                      <a:pt x="5423" y="1183"/>
                    </a:lnTo>
                    <a:lnTo>
                      <a:pt x="5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31000" lIns="131000" spcFirstLastPara="1" rIns="131000" wrap="square" tIns="131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96" name="Google Shape;696;p39"/>
          <p:cNvSpPr/>
          <p:nvPr/>
        </p:nvSpPr>
        <p:spPr>
          <a:xfrm>
            <a:off x="3046737" y="1290375"/>
            <a:ext cx="932487" cy="799318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9"/>
          <p:cNvSpPr/>
          <p:nvPr/>
        </p:nvSpPr>
        <p:spPr>
          <a:xfrm>
            <a:off x="1974537" y="1290425"/>
            <a:ext cx="932487" cy="799318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8" name="Google Shape;698;p39"/>
          <p:cNvGrpSpPr/>
          <p:nvPr/>
        </p:nvGrpSpPr>
        <p:grpSpPr>
          <a:xfrm>
            <a:off x="2198498" y="1447785"/>
            <a:ext cx="484556" cy="484513"/>
            <a:chOff x="2367858" y="2446205"/>
            <a:chExt cx="338448" cy="338418"/>
          </a:xfrm>
        </p:grpSpPr>
        <p:sp>
          <p:nvSpPr>
            <p:cNvPr id="699" name="Google Shape;699;p39"/>
            <p:cNvSpPr/>
            <p:nvPr/>
          </p:nvSpPr>
          <p:spPr>
            <a:xfrm>
              <a:off x="2367858" y="2446205"/>
              <a:ext cx="338448" cy="338418"/>
            </a:xfrm>
            <a:custGeom>
              <a:rect b="b" l="l" r="r" t="t"/>
              <a:pathLst>
                <a:path extrusionOk="0" h="11503" w="11504">
                  <a:moveTo>
                    <a:pt x="2144" y="691"/>
                  </a:moveTo>
                  <a:cubicBezTo>
                    <a:pt x="2454" y="691"/>
                    <a:pt x="2692" y="929"/>
                    <a:pt x="2692" y="1215"/>
                  </a:cubicBezTo>
                  <a:cubicBezTo>
                    <a:pt x="2692" y="1524"/>
                    <a:pt x="2454" y="1762"/>
                    <a:pt x="2144" y="1762"/>
                  </a:cubicBezTo>
                  <a:cubicBezTo>
                    <a:pt x="1858" y="1762"/>
                    <a:pt x="1620" y="1524"/>
                    <a:pt x="1620" y="1215"/>
                  </a:cubicBezTo>
                  <a:cubicBezTo>
                    <a:pt x="1620" y="929"/>
                    <a:pt x="1858" y="691"/>
                    <a:pt x="2144" y="691"/>
                  </a:cubicBezTo>
                  <a:close/>
                  <a:moveTo>
                    <a:pt x="5764" y="691"/>
                  </a:moveTo>
                  <a:cubicBezTo>
                    <a:pt x="6050" y="691"/>
                    <a:pt x="6288" y="929"/>
                    <a:pt x="6288" y="1215"/>
                  </a:cubicBezTo>
                  <a:cubicBezTo>
                    <a:pt x="6288" y="1524"/>
                    <a:pt x="6050" y="1762"/>
                    <a:pt x="5764" y="1762"/>
                  </a:cubicBezTo>
                  <a:cubicBezTo>
                    <a:pt x="5454" y="1762"/>
                    <a:pt x="5216" y="1524"/>
                    <a:pt x="5216" y="1215"/>
                  </a:cubicBezTo>
                  <a:cubicBezTo>
                    <a:pt x="5216" y="929"/>
                    <a:pt x="5454" y="691"/>
                    <a:pt x="5764" y="691"/>
                  </a:cubicBezTo>
                  <a:close/>
                  <a:moveTo>
                    <a:pt x="9360" y="691"/>
                  </a:moveTo>
                  <a:cubicBezTo>
                    <a:pt x="9646" y="691"/>
                    <a:pt x="9884" y="929"/>
                    <a:pt x="9884" y="1215"/>
                  </a:cubicBezTo>
                  <a:cubicBezTo>
                    <a:pt x="9884" y="1524"/>
                    <a:pt x="9646" y="1762"/>
                    <a:pt x="9360" y="1762"/>
                  </a:cubicBezTo>
                  <a:cubicBezTo>
                    <a:pt x="9050" y="1762"/>
                    <a:pt x="8812" y="1524"/>
                    <a:pt x="8812" y="1215"/>
                  </a:cubicBezTo>
                  <a:cubicBezTo>
                    <a:pt x="8812" y="929"/>
                    <a:pt x="9050" y="691"/>
                    <a:pt x="9360" y="691"/>
                  </a:cubicBezTo>
                  <a:close/>
                  <a:moveTo>
                    <a:pt x="3644" y="1977"/>
                  </a:moveTo>
                  <a:lnTo>
                    <a:pt x="3644" y="10836"/>
                  </a:lnTo>
                  <a:lnTo>
                    <a:pt x="667" y="10836"/>
                  </a:lnTo>
                  <a:lnTo>
                    <a:pt x="667" y="1977"/>
                  </a:lnTo>
                  <a:lnTo>
                    <a:pt x="1168" y="1977"/>
                  </a:lnTo>
                  <a:cubicBezTo>
                    <a:pt x="1382" y="2263"/>
                    <a:pt x="1739" y="2453"/>
                    <a:pt x="2144" y="2453"/>
                  </a:cubicBezTo>
                  <a:cubicBezTo>
                    <a:pt x="2549" y="2453"/>
                    <a:pt x="2906" y="2263"/>
                    <a:pt x="3144" y="1977"/>
                  </a:cubicBezTo>
                  <a:close/>
                  <a:moveTo>
                    <a:pt x="7264" y="1977"/>
                  </a:moveTo>
                  <a:lnTo>
                    <a:pt x="7264" y="10836"/>
                  </a:lnTo>
                  <a:lnTo>
                    <a:pt x="4287" y="10836"/>
                  </a:lnTo>
                  <a:lnTo>
                    <a:pt x="4287" y="1977"/>
                  </a:lnTo>
                  <a:lnTo>
                    <a:pt x="4811" y="1977"/>
                  </a:lnTo>
                  <a:cubicBezTo>
                    <a:pt x="5002" y="2263"/>
                    <a:pt x="5359" y="2453"/>
                    <a:pt x="5788" y="2453"/>
                  </a:cubicBezTo>
                  <a:cubicBezTo>
                    <a:pt x="6192" y="2453"/>
                    <a:pt x="6526" y="2263"/>
                    <a:pt x="6764" y="1977"/>
                  </a:cubicBezTo>
                  <a:close/>
                  <a:moveTo>
                    <a:pt x="10884" y="1977"/>
                  </a:moveTo>
                  <a:lnTo>
                    <a:pt x="10884" y="10836"/>
                  </a:lnTo>
                  <a:lnTo>
                    <a:pt x="7907" y="10836"/>
                  </a:lnTo>
                  <a:lnTo>
                    <a:pt x="7907" y="1977"/>
                  </a:lnTo>
                  <a:lnTo>
                    <a:pt x="8407" y="1977"/>
                  </a:lnTo>
                  <a:cubicBezTo>
                    <a:pt x="8622" y="2263"/>
                    <a:pt x="8979" y="2453"/>
                    <a:pt x="9384" y="2453"/>
                  </a:cubicBezTo>
                  <a:cubicBezTo>
                    <a:pt x="9788" y="2453"/>
                    <a:pt x="10122" y="2263"/>
                    <a:pt x="10360" y="1977"/>
                  </a:cubicBezTo>
                  <a:close/>
                  <a:moveTo>
                    <a:pt x="2144" y="0"/>
                  </a:moveTo>
                  <a:cubicBezTo>
                    <a:pt x="1477" y="0"/>
                    <a:pt x="929" y="548"/>
                    <a:pt x="929" y="1215"/>
                  </a:cubicBezTo>
                  <a:lnTo>
                    <a:pt x="929" y="1286"/>
                  </a:lnTo>
                  <a:lnTo>
                    <a:pt x="1" y="1286"/>
                  </a:lnTo>
                  <a:lnTo>
                    <a:pt x="1" y="11502"/>
                  </a:lnTo>
                  <a:lnTo>
                    <a:pt x="11503" y="11502"/>
                  </a:lnTo>
                  <a:lnTo>
                    <a:pt x="11503" y="1286"/>
                  </a:lnTo>
                  <a:lnTo>
                    <a:pt x="10574" y="1286"/>
                  </a:lnTo>
                  <a:lnTo>
                    <a:pt x="10574" y="1215"/>
                  </a:lnTo>
                  <a:cubicBezTo>
                    <a:pt x="10574" y="548"/>
                    <a:pt x="10027" y="0"/>
                    <a:pt x="9360" y="0"/>
                  </a:cubicBezTo>
                  <a:cubicBezTo>
                    <a:pt x="8669" y="0"/>
                    <a:pt x="8121" y="548"/>
                    <a:pt x="8121" y="1215"/>
                  </a:cubicBezTo>
                  <a:lnTo>
                    <a:pt x="8121" y="1286"/>
                  </a:lnTo>
                  <a:lnTo>
                    <a:pt x="6978" y="1286"/>
                  </a:lnTo>
                  <a:lnTo>
                    <a:pt x="6978" y="1215"/>
                  </a:lnTo>
                  <a:cubicBezTo>
                    <a:pt x="6978" y="548"/>
                    <a:pt x="6431" y="0"/>
                    <a:pt x="5740" y="0"/>
                  </a:cubicBezTo>
                  <a:cubicBezTo>
                    <a:pt x="5073" y="0"/>
                    <a:pt x="4525" y="548"/>
                    <a:pt x="4525" y="1215"/>
                  </a:cubicBezTo>
                  <a:lnTo>
                    <a:pt x="4525" y="1286"/>
                  </a:lnTo>
                  <a:lnTo>
                    <a:pt x="3382" y="1286"/>
                  </a:lnTo>
                  <a:lnTo>
                    <a:pt x="3382" y="1215"/>
                  </a:lnTo>
                  <a:cubicBezTo>
                    <a:pt x="3382" y="548"/>
                    <a:pt x="2835" y="0"/>
                    <a:pt x="21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2516398" y="2542171"/>
              <a:ext cx="42777" cy="19653"/>
            </a:xfrm>
            <a:custGeom>
              <a:rect b="b" l="l" r="r" t="t"/>
              <a:pathLst>
                <a:path extrusionOk="0" h="668" w="1454">
                  <a:moveTo>
                    <a:pt x="0" y="1"/>
                  </a:moveTo>
                  <a:lnTo>
                    <a:pt x="0" y="668"/>
                  </a:lnTo>
                  <a:lnTo>
                    <a:pt x="1453" y="668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2516398" y="2584918"/>
              <a:ext cx="42777" cy="19653"/>
            </a:xfrm>
            <a:custGeom>
              <a:rect b="b" l="l" r="r" t="t"/>
              <a:pathLst>
                <a:path extrusionOk="0" h="668" w="1454">
                  <a:moveTo>
                    <a:pt x="0" y="0"/>
                  </a:moveTo>
                  <a:lnTo>
                    <a:pt x="0" y="667"/>
                  </a:lnTo>
                  <a:lnTo>
                    <a:pt x="1453" y="667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2516398" y="2627664"/>
              <a:ext cx="42777" cy="20329"/>
            </a:xfrm>
            <a:custGeom>
              <a:rect b="b" l="l" r="r" t="t"/>
              <a:pathLst>
                <a:path extrusionOk="0" h="691" w="1454">
                  <a:moveTo>
                    <a:pt x="0" y="0"/>
                  </a:moveTo>
                  <a:lnTo>
                    <a:pt x="0" y="691"/>
                  </a:lnTo>
                  <a:lnTo>
                    <a:pt x="1453" y="691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2516398" y="2670382"/>
              <a:ext cx="42777" cy="20359"/>
            </a:xfrm>
            <a:custGeom>
              <a:rect b="b" l="l" r="r" t="t"/>
              <a:pathLst>
                <a:path extrusionOk="0" h="692" w="1454">
                  <a:moveTo>
                    <a:pt x="0" y="1"/>
                  </a:moveTo>
                  <a:lnTo>
                    <a:pt x="0" y="691"/>
                  </a:lnTo>
                  <a:lnTo>
                    <a:pt x="1453" y="69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2409193" y="2542171"/>
              <a:ext cx="42777" cy="19653"/>
            </a:xfrm>
            <a:custGeom>
              <a:rect b="b" l="l" r="r" t="t"/>
              <a:pathLst>
                <a:path extrusionOk="0" h="668" w="1454">
                  <a:moveTo>
                    <a:pt x="1" y="1"/>
                  </a:moveTo>
                  <a:lnTo>
                    <a:pt x="1" y="668"/>
                  </a:lnTo>
                  <a:lnTo>
                    <a:pt x="1453" y="668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2409193" y="2584918"/>
              <a:ext cx="42777" cy="19653"/>
            </a:xfrm>
            <a:custGeom>
              <a:rect b="b" l="l" r="r" t="t"/>
              <a:pathLst>
                <a:path extrusionOk="0" h="668" w="1454">
                  <a:moveTo>
                    <a:pt x="1" y="0"/>
                  </a:moveTo>
                  <a:lnTo>
                    <a:pt x="1" y="667"/>
                  </a:lnTo>
                  <a:lnTo>
                    <a:pt x="1453" y="667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2409193" y="2627664"/>
              <a:ext cx="42777" cy="20329"/>
            </a:xfrm>
            <a:custGeom>
              <a:rect b="b" l="l" r="r" t="t"/>
              <a:pathLst>
                <a:path extrusionOk="0" h="691" w="1454">
                  <a:moveTo>
                    <a:pt x="1" y="0"/>
                  </a:moveTo>
                  <a:lnTo>
                    <a:pt x="1" y="691"/>
                  </a:lnTo>
                  <a:lnTo>
                    <a:pt x="1453" y="691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2409193" y="2670382"/>
              <a:ext cx="42777" cy="20359"/>
            </a:xfrm>
            <a:custGeom>
              <a:rect b="b" l="l" r="r" t="t"/>
              <a:pathLst>
                <a:path extrusionOk="0" h="692" w="1454">
                  <a:moveTo>
                    <a:pt x="1" y="1"/>
                  </a:moveTo>
                  <a:lnTo>
                    <a:pt x="1" y="691"/>
                  </a:lnTo>
                  <a:lnTo>
                    <a:pt x="1453" y="69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2622190" y="2542171"/>
              <a:ext cx="42747" cy="19653"/>
            </a:xfrm>
            <a:custGeom>
              <a:rect b="b" l="l" r="r" t="t"/>
              <a:pathLst>
                <a:path extrusionOk="0" h="668" w="1453">
                  <a:moveTo>
                    <a:pt x="0" y="1"/>
                  </a:moveTo>
                  <a:lnTo>
                    <a:pt x="0" y="668"/>
                  </a:lnTo>
                  <a:lnTo>
                    <a:pt x="1453" y="668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2622190" y="2584918"/>
              <a:ext cx="42747" cy="19653"/>
            </a:xfrm>
            <a:custGeom>
              <a:rect b="b" l="l" r="r" t="t"/>
              <a:pathLst>
                <a:path extrusionOk="0" h="668" w="1453">
                  <a:moveTo>
                    <a:pt x="0" y="0"/>
                  </a:moveTo>
                  <a:lnTo>
                    <a:pt x="0" y="667"/>
                  </a:lnTo>
                  <a:lnTo>
                    <a:pt x="1453" y="667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2622190" y="2627664"/>
              <a:ext cx="42747" cy="20329"/>
            </a:xfrm>
            <a:custGeom>
              <a:rect b="b" l="l" r="r" t="t"/>
              <a:pathLst>
                <a:path extrusionOk="0" h="691" w="1453">
                  <a:moveTo>
                    <a:pt x="0" y="0"/>
                  </a:moveTo>
                  <a:lnTo>
                    <a:pt x="0" y="691"/>
                  </a:lnTo>
                  <a:lnTo>
                    <a:pt x="1453" y="691"/>
                  </a:lnTo>
                  <a:lnTo>
                    <a:pt x="14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2622190" y="2670382"/>
              <a:ext cx="42747" cy="20359"/>
            </a:xfrm>
            <a:custGeom>
              <a:rect b="b" l="l" r="r" t="t"/>
              <a:pathLst>
                <a:path extrusionOk="0" h="692" w="1453">
                  <a:moveTo>
                    <a:pt x="0" y="1"/>
                  </a:moveTo>
                  <a:lnTo>
                    <a:pt x="0" y="691"/>
                  </a:lnTo>
                  <a:lnTo>
                    <a:pt x="1453" y="69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30900" lIns="130900" spcFirstLastPara="1" rIns="130900" wrap="square" tIns="130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4">
                <a:solidFill>
                  <a:srgbClr val="F3F6F7"/>
                </a:solidFill>
              </a:endParaRPr>
            </a:p>
          </p:txBody>
        </p:sp>
      </p:grpSp>
      <p:grpSp>
        <p:nvGrpSpPr>
          <p:cNvPr id="712" name="Google Shape;712;p39"/>
          <p:cNvGrpSpPr/>
          <p:nvPr/>
        </p:nvGrpSpPr>
        <p:grpSpPr>
          <a:xfrm>
            <a:off x="3236732" y="1447843"/>
            <a:ext cx="552482" cy="484494"/>
            <a:chOff x="-46033225" y="1982825"/>
            <a:chExt cx="300900" cy="263900"/>
          </a:xfrm>
        </p:grpSpPr>
        <p:sp>
          <p:nvSpPr>
            <p:cNvPr id="713" name="Google Shape;713;p39"/>
            <p:cNvSpPr/>
            <p:nvPr/>
          </p:nvSpPr>
          <p:spPr>
            <a:xfrm>
              <a:off x="-45962325" y="2053725"/>
              <a:ext cx="157525" cy="157550"/>
            </a:xfrm>
            <a:custGeom>
              <a:rect b="b" l="l" r="r" t="t"/>
              <a:pathLst>
                <a:path extrusionOk="0" h="6302" w="6301">
                  <a:moveTo>
                    <a:pt x="3151" y="725"/>
                  </a:moveTo>
                  <a:cubicBezTo>
                    <a:pt x="4505" y="725"/>
                    <a:pt x="5608" y="1828"/>
                    <a:pt x="5608" y="3151"/>
                  </a:cubicBezTo>
                  <a:cubicBezTo>
                    <a:pt x="5608" y="4506"/>
                    <a:pt x="4505" y="5608"/>
                    <a:pt x="3151" y="5608"/>
                  </a:cubicBezTo>
                  <a:cubicBezTo>
                    <a:pt x="1827" y="5608"/>
                    <a:pt x="725" y="4474"/>
                    <a:pt x="725" y="3151"/>
                  </a:cubicBezTo>
                  <a:cubicBezTo>
                    <a:pt x="725" y="1828"/>
                    <a:pt x="1827" y="725"/>
                    <a:pt x="3151" y="725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4"/>
                    <a:pt x="1418" y="6301"/>
                    <a:pt x="3151" y="6301"/>
                  </a:cubicBezTo>
                  <a:cubicBezTo>
                    <a:pt x="4883" y="6301"/>
                    <a:pt x="6301" y="4884"/>
                    <a:pt x="6301" y="3151"/>
                  </a:cubicBezTo>
                  <a:cubicBezTo>
                    <a:pt x="6301" y="1418"/>
                    <a:pt x="4883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81525" lIns="181525" spcFirstLastPara="1" rIns="181525" wrap="square" tIns="181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9"/>
            <p:cNvSpPr/>
            <p:nvPr/>
          </p:nvSpPr>
          <p:spPr>
            <a:xfrm>
              <a:off x="-45927675" y="2088375"/>
              <a:ext cx="89025" cy="88250"/>
            </a:xfrm>
            <a:custGeom>
              <a:rect b="b" l="l" r="r" t="t"/>
              <a:pathLst>
                <a:path extrusionOk="0" h="3530" w="3561">
                  <a:moveTo>
                    <a:pt x="1765" y="694"/>
                  </a:moveTo>
                  <a:cubicBezTo>
                    <a:pt x="2363" y="694"/>
                    <a:pt x="2836" y="1166"/>
                    <a:pt x="2836" y="1765"/>
                  </a:cubicBezTo>
                  <a:cubicBezTo>
                    <a:pt x="2804" y="2363"/>
                    <a:pt x="2332" y="2836"/>
                    <a:pt x="1765" y="2836"/>
                  </a:cubicBezTo>
                  <a:cubicBezTo>
                    <a:pt x="1197" y="2836"/>
                    <a:pt x="725" y="2363"/>
                    <a:pt x="725" y="1765"/>
                  </a:cubicBezTo>
                  <a:cubicBezTo>
                    <a:pt x="725" y="1166"/>
                    <a:pt x="1197" y="694"/>
                    <a:pt x="1765" y="694"/>
                  </a:cubicBezTo>
                  <a:close/>
                  <a:moveTo>
                    <a:pt x="1765" y="1"/>
                  </a:moveTo>
                  <a:cubicBezTo>
                    <a:pt x="788" y="1"/>
                    <a:pt x="0" y="788"/>
                    <a:pt x="0" y="1765"/>
                  </a:cubicBezTo>
                  <a:cubicBezTo>
                    <a:pt x="0" y="2741"/>
                    <a:pt x="788" y="3529"/>
                    <a:pt x="1765" y="3529"/>
                  </a:cubicBezTo>
                  <a:cubicBezTo>
                    <a:pt x="2773" y="3529"/>
                    <a:pt x="3560" y="2741"/>
                    <a:pt x="3560" y="1765"/>
                  </a:cubicBezTo>
                  <a:cubicBezTo>
                    <a:pt x="3497" y="788"/>
                    <a:pt x="2710" y="1"/>
                    <a:pt x="17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81525" lIns="181525" spcFirstLastPara="1" rIns="181525" wrap="square" tIns="181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-46033225" y="1982825"/>
              <a:ext cx="300900" cy="263900"/>
            </a:xfrm>
            <a:custGeom>
              <a:rect b="b" l="l" r="r" t="t"/>
              <a:pathLst>
                <a:path extrusionOk="0" h="10556" w="12036">
                  <a:moveTo>
                    <a:pt x="7184" y="726"/>
                  </a:moveTo>
                  <a:lnTo>
                    <a:pt x="7530" y="1419"/>
                  </a:lnTo>
                  <a:lnTo>
                    <a:pt x="4474" y="1419"/>
                  </a:lnTo>
                  <a:lnTo>
                    <a:pt x="4821" y="726"/>
                  </a:lnTo>
                  <a:close/>
                  <a:moveTo>
                    <a:pt x="694" y="3750"/>
                  </a:moveTo>
                  <a:lnTo>
                    <a:pt x="1387" y="4097"/>
                  </a:lnTo>
                  <a:lnTo>
                    <a:pt x="1387" y="7877"/>
                  </a:lnTo>
                  <a:lnTo>
                    <a:pt x="694" y="8224"/>
                  </a:lnTo>
                  <a:lnTo>
                    <a:pt x="694" y="3750"/>
                  </a:lnTo>
                  <a:close/>
                  <a:moveTo>
                    <a:pt x="11279" y="3750"/>
                  </a:moveTo>
                  <a:lnTo>
                    <a:pt x="11279" y="8224"/>
                  </a:lnTo>
                  <a:lnTo>
                    <a:pt x="10555" y="7877"/>
                  </a:lnTo>
                  <a:lnTo>
                    <a:pt x="10555" y="4097"/>
                  </a:lnTo>
                  <a:lnTo>
                    <a:pt x="11279" y="3750"/>
                  </a:lnTo>
                  <a:close/>
                  <a:moveTo>
                    <a:pt x="10933" y="2175"/>
                  </a:moveTo>
                  <a:cubicBezTo>
                    <a:pt x="11122" y="2175"/>
                    <a:pt x="11279" y="2332"/>
                    <a:pt x="11279" y="2521"/>
                  </a:cubicBezTo>
                  <a:lnTo>
                    <a:pt x="11279" y="2994"/>
                  </a:lnTo>
                  <a:lnTo>
                    <a:pt x="10051" y="3592"/>
                  </a:lnTo>
                  <a:cubicBezTo>
                    <a:pt x="9925" y="3655"/>
                    <a:pt x="9862" y="3781"/>
                    <a:pt x="9862" y="3908"/>
                  </a:cubicBezTo>
                  <a:lnTo>
                    <a:pt x="9862" y="8098"/>
                  </a:lnTo>
                  <a:cubicBezTo>
                    <a:pt x="9862" y="8224"/>
                    <a:pt x="9925" y="8350"/>
                    <a:pt x="10051" y="8444"/>
                  </a:cubicBezTo>
                  <a:lnTo>
                    <a:pt x="11279" y="9011"/>
                  </a:lnTo>
                  <a:lnTo>
                    <a:pt x="11279" y="9484"/>
                  </a:lnTo>
                  <a:cubicBezTo>
                    <a:pt x="11279" y="9704"/>
                    <a:pt x="11122" y="9830"/>
                    <a:pt x="10933" y="9830"/>
                  </a:cubicBezTo>
                  <a:lnTo>
                    <a:pt x="1040" y="9830"/>
                  </a:lnTo>
                  <a:cubicBezTo>
                    <a:pt x="851" y="9830"/>
                    <a:pt x="694" y="9673"/>
                    <a:pt x="694" y="9484"/>
                  </a:cubicBezTo>
                  <a:lnTo>
                    <a:pt x="694" y="9011"/>
                  </a:lnTo>
                  <a:lnTo>
                    <a:pt x="1891" y="8444"/>
                  </a:lnTo>
                  <a:cubicBezTo>
                    <a:pt x="2017" y="8350"/>
                    <a:pt x="2111" y="8224"/>
                    <a:pt x="2111" y="8098"/>
                  </a:cubicBezTo>
                  <a:lnTo>
                    <a:pt x="2111" y="3908"/>
                  </a:lnTo>
                  <a:cubicBezTo>
                    <a:pt x="2111" y="3781"/>
                    <a:pt x="2017" y="3655"/>
                    <a:pt x="1891" y="3592"/>
                  </a:cubicBezTo>
                  <a:lnTo>
                    <a:pt x="694" y="2994"/>
                  </a:lnTo>
                  <a:lnTo>
                    <a:pt x="694" y="2521"/>
                  </a:lnTo>
                  <a:cubicBezTo>
                    <a:pt x="694" y="2332"/>
                    <a:pt x="851" y="2175"/>
                    <a:pt x="1040" y="2175"/>
                  </a:cubicBezTo>
                  <a:close/>
                  <a:moveTo>
                    <a:pt x="4632" y="1"/>
                  </a:moveTo>
                  <a:cubicBezTo>
                    <a:pt x="4506" y="1"/>
                    <a:pt x="4380" y="95"/>
                    <a:pt x="4317" y="190"/>
                  </a:cubicBezTo>
                  <a:lnTo>
                    <a:pt x="3718" y="1419"/>
                  </a:lnTo>
                  <a:lnTo>
                    <a:pt x="2143" y="1419"/>
                  </a:lnTo>
                  <a:lnTo>
                    <a:pt x="2143" y="1072"/>
                  </a:lnTo>
                  <a:cubicBezTo>
                    <a:pt x="2143" y="883"/>
                    <a:pt x="1985" y="694"/>
                    <a:pt x="1796" y="694"/>
                  </a:cubicBezTo>
                  <a:cubicBezTo>
                    <a:pt x="1576" y="694"/>
                    <a:pt x="1418" y="883"/>
                    <a:pt x="1418" y="1072"/>
                  </a:cubicBezTo>
                  <a:lnTo>
                    <a:pt x="1418" y="1419"/>
                  </a:lnTo>
                  <a:lnTo>
                    <a:pt x="1072" y="1419"/>
                  </a:lnTo>
                  <a:cubicBezTo>
                    <a:pt x="473" y="1419"/>
                    <a:pt x="1" y="1891"/>
                    <a:pt x="1" y="249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64" y="10555"/>
                  </a:lnTo>
                  <a:cubicBezTo>
                    <a:pt x="11563" y="10555"/>
                    <a:pt x="12035" y="10082"/>
                    <a:pt x="12035" y="9484"/>
                  </a:cubicBezTo>
                  <a:lnTo>
                    <a:pt x="12035" y="2490"/>
                  </a:lnTo>
                  <a:cubicBezTo>
                    <a:pt x="12004" y="1891"/>
                    <a:pt x="11500" y="1419"/>
                    <a:pt x="10933" y="1419"/>
                  </a:cubicBezTo>
                  <a:lnTo>
                    <a:pt x="8318" y="1419"/>
                  </a:lnTo>
                  <a:lnTo>
                    <a:pt x="7719" y="190"/>
                  </a:lnTo>
                  <a:cubicBezTo>
                    <a:pt x="7656" y="95"/>
                    <a:pt x="7530" y="1"/>
                    <a:pt x="74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81525" lIns="181525" spcFirstLastPara="1" rIns="181525" wrap="square" tIns="181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289071" y="6572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grpSp>
        <p:nvGrpSpPr>
          <p:cNvPr id="721" name="Google Shape;721;p40"/>
          <p:cNvGrpSpPr/>
          <p:nvPr/>
        </p:nvGrpSpPr>
        <p:grpSpPr>
          <a:xfrm flipH="1">
            <a:off x="1590521" y="1345125"/>
            <a:ext cx="3241200" cy="2807300"/>
            <a:chOff x="4743725" y="1345125"/>
            <a:chExt cx="3241200" cy="2807300"/>
          </a:xfrm>
        </p:grpSpPr>
        <p:sp>
          <p:nvSpPr>
            <p:cNvPr id="722" name="Google Shape;722;p40"/>
            <p:cNvSpPr/>
            <p:nvPr/>
          </p:nvSpPr>
          <p:spPr>
            <a:xfrm>
              <a:off x="5959175" y="3198475"/>
              <a:ext cx="810300" cy="82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5686475" y="3871025"/>
              <a:ext cx="1355700" cy="28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4743725" y="1345125"/>
              <a:ext cx="3241200" cy="202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25" name="Google Shape;725;p40" title="imagen_2026-03-30_173911165.png"/>
          <p:cNvPicPr preferRelativeResize="0"/>
          <p:nvPr/>
        </p:nvPicPr>
        <p:blipFill rotWithShape="1">
          <a:blip r:embed="rId4">
            <a:alphaModFix/>
          </a:blip>
          <a:srcRect b="0" l="6385" r="6385" t="0"/>
          <a:stretch/>
        </p:blipFill>
        <p:spPr>
          <a:xfrm flipH="1">
            <a:off x="1716276" y="1516763"/>
            <a:ext cx="2989695" cy="1681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726" name="Google Shape;726;p40"/>
          <p:cNvPicPr preferRelativeResize="0"/>
          <p:nvPr/>
        </p:nvPicPr>
        <p:blipFill rotWithShape="1">
          <a:blip r:embed="rId5">
            <a:alphaModFix/>
          </a:blip>
          <a:srcRect b="23013" l="0" r="0" t="23018"/>
          <a:stretch/>
        </p:blipFill>
        <p:spPr>
          <a:xfrm flipH="1" rot="-756986">
            <a:off x="994446" y="3271525"/>
            <a:ext cx="1965600" cy="1060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727" name="Google Shape;727;p40"/>
          <p:cNvSpPr txBox="1"/>
          <p:nvPr>
            <p:ph idx="4294967295" type="subTitle"/>
          </p:nvPr>
        </p:nvSpPr>
        <p:spPr>
          <a:xfrm flipH="1">
            <a:off x="5859421" y="2572428"/>
            <a:ext cx="28137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extraction of experimental content and maintenance of conversational session memory.</a:t>
            </a:r>
            <a:endParaRPr/>
          </a:p>
        </p:txBody>
      </p:sp>
      <p:sp>
        <p:nvSpPr>
          <p:cNvPr id="728" name="Google Shape;728;p40"/>
          <p:cNvSpPr txBox="1"/>
          <p:nvPr>
            <p:ph idx="4294967295" type="subTitle"/>
          </p:nvPr>
        </p:nvSpPr>
        <p:spPr>
          <a:xfrm flipH="1">
            <a:off x="5859421" y="2141790"/>
            <a:ext cx="28137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Processing Power</a:t>
            </a:r>
            <a:endParaRPr b="1" sz="1900"/>
          </a:p>
        </p:txBody>
      </p:sp>
      <p:grpSp>
        <p:nvGrpSpPr>
          <p:cNvPr id="729" name="Google Shape;729;p40"/>
          <p:cNvGrpSpPr/>
          <p:nvPr/>
        </p:nvGrpSpPr>
        <p:grpSpPr>
          <a:xfrm flipH="1">
            <a:off x="6668422" y="1290425"/>
            <a:ext cx="932487" cy="799318"/>
            <a:chOff x="1974537" y="1290425"/>
            <a:chExt cx="932487" cy="799318"/>
          </a:xfrm>
        </p:grpSpPr>
        <p:sp>
          <p:nvSpPr>
            <p:cNvPr id="730" name="Google Shape;730;p40"/>
            <p:cNvSpPr/>
            <p:nvPr/>
          </p:nvSpPr>
          <p:spPr>
            <a:xfrm>
              <a:off x="1974537" y="1290425"/>
              <a:ext cx="932487" cy="799318"/>
            </a:xfrm>
            <a:custGeom>
              <a:rect b="b" l="l" r="r" t="t"/>
              <a:pathLst>
                <a:path extrusionOk="0" h="13151" w="15184">
                  <a:moveTo>
                    <a:pt x="3797" y="1"/>
                  </a:moveTo>
                  <a:lnTo>
                    <a:pt x="0" y="6576"/>
                  </a:lnTo>
                  <a:lnTo>
                    <a:pt x="3797" y="13151"/>
                  </a:lnTo>
                  <a:lnTo>
                    <a:pt x="11388" y="13151"/>
                  </a:lnTo>
                  <a:lnTo>
                    <a:pt x="15184" y="6576"/>
                  </a:lnTo>
                  <a:lnTo>
                    <a:pt x="113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31000" lIns="131000" spcFirstLastPara="1" rIns="131000" wrap="square" tIns="131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2243648" y="1424321"/>
              <a:ext cx="394244" cy="531519"/>
            </a:xfrm>
            <a:custGeom>
              <a:rect b="b" l="l" r="r" t="t"/>
              <a:pathLst>
                <a:path extrusionOk="0" h="20206" w="14986">
                  <a:moveTo>
                    <a:pt x="7492" y="2158"/>
                  </a:moveTo>
                  <a:lnTo>
                    <a:pt x="8467" y="3643"/>
                  </a:lnTo>
                  <a:lnTo>
                    <a:pt x="6519" y="3643"/>
                  </a:lnTo>
                  <a:lnTo>
                    <a:pt x="7492" y="2158"/>
                  </a:lnTo>
                  <a:close/>
                  <a:moveTo>
                    <a:pt x="9242" y="4826"/>
                  </a:moveTo>
                  <a:lnTo>
                    <a:pt x="10251" y="6364"/>
                  </a:lnTo>
                  <a:lnTo>
                    <a:pt x="4734" y="6364"/>
                  </a:lnTo>
                  <a:lnTo>
                    <a:pt x="5742" y="4826"/>
                  </a:lnTo>
                  <a:close/>
                  <a:moveTo>
                    <a:pt x="6901" y="7546"/>
                  </a:moveTo>
                  <a:lnTo>
                    <a:pt x="6901" y="15749"/>
                  </a:lnTo>
                  <a:lnTo>
                    <a:pt x="4611" y="15749"/>
                  </a:lnTo>
                  <a:lnTo>
                    <a:pt x="4611" y="7546"/>
                  </a:lnTo>
                  <a:close/>
                  <a:moveTo>
                    <a:pt x="10375" y="7546"/>
                  </a:moveTo>
                  <a:lnTo>
                    <a:pt x="10375" y="15749"/>
                  </a:lnTo>
                  <a:lnTo>
                    <a:pt x="8083" y="15749"/>
                  </a:lnTo>
                  <a:lnTo>
                    <a:pt x="8083" y="7546"/>
                  </a:lnTo>
                  <a:close/>
                  <a:moveTo>
                    <a:pt x="3427" y="12378"/>
                  </a:moveTo>
                  <a:lnTo>
                    <a:pt x="3427" y="17652"/>
                  </a:lnTo>
                  <a:lnTo>
                    <a:pt x="1183" y="17652"/>
                  </a:lnTo>
                  <a:lnTo>
                    <a:pt x="1183" y="14081"/>
                  </a:lnTo>
                  <a:lnTo>
                    <a:pt x="3427" y="12378"/>
                  </a:lnTo>
                  <a:close/>
                  <a:moveTo>
                    <a:pt x="11558" y="12378"/>
                  </a:moveTo>
                  <a:lnTo>
                    <a:pt x="13802" y="14081"/>
                  </a:lnTo>
                  <a:lnTo>
                    <a:pt x="13802" y="17652"/>
                  </a:lnTo>
                  <a:lnTo>
                    <a:pt x="11558" y="17652"/>
                  </a:lnTo>
                  <a:lnTo>
                    <a:pt x="11558" y="12378"/>
                  </a:lnTo>
                  <a:close/>
                  <a:moveTo>
                    <a:pt x="10375" y="16931"/>
                  </a:moveTo>
                  <a:lnTo>
                    <a:pt x="10375" y="19022"/>
                  </a:lnTo>
                  <a:lnTo>
                    <a:pt x="4611" y="19022"/>
                  </a:lnTo>
                  <a:lnTo>
                    <a:pt x="4611" y="16931"/>
                  </a:lnTo>
                  <a:close/>
                  <a:moveTo>
                    <a:pt x="7492" y="0"/>
                  </a:moveTo>
                  <a:lnTo>
                    <a:pt x="3427" y="6199"/>
                  </a:lnTo>
                  <a:lnTo>
                    <a:pt x="3427" y="10890"/>
                  </a:lnTo>
                  <a:lnTo>
                    <a:pt x="0" y="13494"/>
                  </a:lnTo>
                  <a:lnTo>
                    <a:pt x="0" y="18835"/>
                  </a:lnTo>
                  <a:lnTo>
                    <a:pt x="3427" y="18835"/>
                  </a:lnTo>
                  <a:lnTo>
                    <a:pt x="3427" y="20205"/>
                  </a:lnTo>
                  <a:lnTo>
                    <a:pt x="11558" y="20205"/>
                  </a:lnTo>
                  <a:lnTo>
                    <a:pt x="11558" y="18835"/>
                  </a:lnTo>
                  <a:lnTo>
                    <a:pt x="14986" y="18835"/>
                  </a:lnTo>
                  <a:lnTo>
                    <a:pt x="14986" y="13494"/>
                  </a:lnTo>
                  <a:lnTo>
                    <a:pt x="11558" y="10892"/>
                  </a:lnTo>
                  <a:lnTo>
                    <a:pt x="11558" y="6199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6225" y="657225"/>
            <a:ext cx="1200150" cy="1200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grpSp>
        <p:nvGrpSpPr>
          <p:cNvPr id="737" name="Google Shape;737;p41"/>
          <p:cNvGrpSpPr/>
          <p:nvPr/>
        </p:nvGrpSpPr>
        <p:grpSpPr>
          <a:xfrm>
            <a:off x="4743725" y="1345125"/>
            <a:ext cx="3241200" cy="2807300"/>
            <a:chOff x="4743725" y="1345125"/>
            <a:chExt cx="3241200" cy="2807300"/>
          </a:xfrm>
        </p:grpSpPr>
        <p:sp>
          <p:nvSpPr>
            <p:cNvPr id="738" name="Google Shape;738;p41"/>
            <p:cNvSpPr/>
            <p:nvPr/>
          </p:nvSpPr>
          <p:spPr>
            <a:xfrm>
              <a:off x="5959175" y="3198475"/>
              <a:ext cx="810300" cy="82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5686475" y="3871025"/>
              <a:ext cx="1355700" cy="28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4743725" y="1345125"/>
              <a:ext cx="3241200" cy="202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1" name="Google Shape;741;p41" title="imagen_2026-03-30_173951346.png"/>
          <p:cNvPicPr preferRelativeResize="0"/>
          <p:nvPr/>
        </p:nvPicPr>
        <p:blipFill rotWithShape="1">
          <a:blip r:embed="rId4">
            <a:alphaModFix/>
          </a:blip>
          <a:srcRect b="0" l="6552" r="6552" t="0"/>
          <a:stretch/>
        </p:blipFill>
        <p:spPr>
          <a:xfrm>
            <a:off x="4869475" y="1516763"/>
            <a:ext cx="2989697" cy="1681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742" name="Google Shape;742;p41"/>
          <p:cNvPicPr preferRelativeResize="0"/>
          <p:nvPr/>
        </p:nvPicPr>
        <p:blipFill rotWithShape="1">
          <a:blip r:embed="rId5">
            <a:alphaModFix/>
          </a:blip>
          <a:srcRect b="23013" l="0" r="0" t="23018"/>
          <a:stretch/>
        </p:blipFill>
        <p:spPr>
          <a:xfrm rot="756986">
            <a:off x="6615400" y="3271525"/>
            <a:ext cx="1965600" cy="10607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743" name="Google Shape;743;p41"/>
          <p:cNvSpPr txBox="1"/>
          <p:nvPr>
            <p:ph idx="4294967295" type="subTitle"/>
          </p:nvPr>
        </p:nvSpPr>
        <p:spPr>
          <a:xfrm>
            <a:off x="902325" y="2572425"/>
            <a:ext cx="29517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Generates structured scientific </a:t>
            </a:r>
            <a:r>
              <a:rPr b="1" lang="en"/>
              <a:t>insights</a:t>
            </a:r>
            <a:r>
              <a:rPr lang="en"/>
              <a:t>, including </a:t>
            </a:r>
            <a:r>
              <a:rPr b="1" lang="en"/>
              <a:t>protocol analysis </a:t>
            </a:r>
            <a:r>
              <a:rPr lang="en"/>
              <a:t>and </a:t>
            </a:r>
            <a:r>
              <a:rPr b="1" lang="en"/>
              <a:t>safety assessments</a:t>
            </a:r>
            <a:endParaRPr b="1"/>
          </a:p>
        </p:txBody>
      </p:sp>
      <p:sp>
        <p:nvSpPr>
          <p:cNvPr id="744" name="Google Shape;744;p41"/>
          <p:cNvSpPr txBox="1"/>
          <p:nvPr>
            <p:ph idx="4294967295" type="subTitle"/>
          </p:nvPr>
        </p:nvSpPr>
        <p:spPr>
          <a:xfrm>
            <a:off x="902325" y="2141790"/>
            <a:ext cx="28137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Outputs</a:t>
            </a:r>
            <a:endParaRPr b="1" sz="1900"/>
          </a:p>
        </p:txBody>
      </p:sp>
      <p:sp>
        <p:nvSpPr>
          <p:cNvPr id="745" name="Google Shape;745;p41"/>
          <p:cNvSpPr/>
          <p:nvPr/>
        </p:nvSpPr>
        <p:spPr>
          <a:xfrm>
            <a:off x="1974537" y="1290425"/>
            <a:ext cx="932487" cy="799318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6" name="Google Shape;746;p41"/>
          <p:cNvGrpSpPr/>
          <p:nvPr/>
        </p:nvGrpSpPr>
        <p:grpSpPr>
          <a:xfrm>
            <a:off x="2198548" y="1447838"/>
            <a:ext cx="484453" cy="484512"/>
            <a:chOff x="4226150" y="1771400"/>
            <a:chExt cx="410275" cy="410325"/>
          </a:xfrm>
        </p:grpSpPr>
        <p:sp>
          <p:nvSpPr>
            <p:cNvPr id="747" name="Google Shape;747;p41"/>
            <p:cNvSpPr/>
            <p:nvPr/>
          </p:nvSpPr>
          <p:spPr>
            <a:xfrm>
              <a:off x="4226150" y="1771400"/>
              <a:ext cx="296500" cy="410275"/>
            </a:xfrm>
            <a:custGeom>
              <a:rect b="b" l="l" r="r" t="t"/>
              <a:pathLst>
                <a:path extrusionOk="0" h="16411" w="11860">
                  <a:moveTo>
                    <a:pt x="6511" y="962"/>
                  </a:moveTo>
                  <a:lnTo>
                    <a:pt x="6744" y="1939"/>
                  </a:lnTo>
                  <a:cubicBezTo>
                    <a:pt x="6782" y="2100"/>
                    <a:pt x="6902" y="2230"/>
                    <a:pt x="7060" y="2283"/>
                  </a:cubicBezTo>
                  <a:cubicBezTo>
                    <a:pt x="7438" y="2409"/>
                    <a:pt x="7693" y="2763"/>
                    <a:pt x="7693" y="3162"/>
                  </a:cubicBezTo>
                  <a:lnTo>
                    <a:pt x="7693" y="3270"/>
                  </a:lnTo>
                  <a:lnTo>
                    <a:pt x="4167" y="3270"/>
                  </a:lnTo>
                  <a:lnTo>
                    <a:pt x="4167" y="3162"/>
                  </a:lnTo>
                  <a:cubicBezTo>
                    <a:pt x="4167" y="2763"/>
                    <a:pt x="4421" y="2409"/>
                    <a:pt x="4799" y="2283"/>
                  </a:cubicBezTo>
                  <a:cubicBezTo>
                    <a:pt x="4957" y="2230"/>
                    <a:pt x="5077" y="2100"/>
                    <a:pt x="5116" y="1939"/>
                  </a:cubicBezTo>
                  <a:lnTo>
                    <a:pt x="5348" y="962"/>
                  </a:lnTo>
                  <a:close/>
                  <a:moveTo>
                    <a:pt x="8974" y="4232"/>
                  </a:moveTo>
                  <a:lnTo>
                    <a:pt x="8974" y="13527"/>
                  </a:lnTo>
                  <a:lnTo>
                    <a:pt x="2885" y="13527"/>
                  </a:lnTo>
                  <a:lnTo>
                    <a:pt x="2885" y="4232"/>
                  </a:lnTo>
                  <a:close/>
                  <a:moveTo>
                    <a:pt x="10098" y="2308"/>
                  </a:moveTo>
                  <a:cubicBezTo>
                    <a:pt x="10540" y="2309"/>
                    <a:pt x="10899" y="2667"/>
                    <a:pt x="10899" y="3111"/>
                  </a:cubicBezTo>
                  <a:lnTo>
                    <a:pt x="10899" y="14649"/>
                  </a:lnTo>
                  <a:cubicBezTo>
                    <a:pt x="10899" y="15091"/>
                    <a:pt x="10540" y="15450"/>
                    <a:pt x="10098" y="15450"/>
                  </a:cubicBezTo>
                  <a:lnTo>
                    <a:pt x="1763" y="15450"/>
                  </a:lnTo>
                  <a:cubicBezTo>
                    <a:pt x="1321" y="15450"/>
                    <a:pt x="962" y="15091"/>
                    <a:pt x="962" y="14649"/>
                  </a:cubicBezTo>
                  <a:lnTo>
                    <a:pt x="962" y="3111"/>
                  </a:lnTo>
                  <a:cubicBezTo>
                    <a:pt x="962" y="2667"/>
                    <a:pt x="1321" y="2309"/>
                    <a:pt x="1763" y="2308"/>
                  </a:cubicBezTo>
                  <a:lnTo>
                    <a:pt x="3409" y="2308"/>
                  </a:lnTo>
                  <a:cubicBezTo>
                    <a:pt x="3275" y="2573"/>
                    <a:pt x="3204" y="2866"/>
                    <a:pt x="3206" y="3162"/>
                  </a:cubicBezTo>
                  <a:lnTo>
                    <a:pt x="3206" y="3270"/>
                  </a:lnTo>
                  <a:lnTo>
                    <a:pt x="2405" y="3270"/>
                  </a:lnTo>
                  <a:cubicBezTo>
                    <a:pt x="2140" y="3270"/>
                    <a:pt x="1924" y="3485"/>
                    <a:pt x="1924" y="3751"/>
                  </a:cubicBezTo>
                  <a:lnTo>
                    <a:pt x="1924" y="14008"/>
                  </a:lnTo>
                  <a:cubicBezTo>
                    <a:pt x="1924" y="14273"/>
                    <a:pt x="2140" y="14488"/>
                    <a:pt x="2405" y="14488"/>
                  </a:cubicBezTo>
                  <a:lnTo>
                    <a:pt x="9456" y="14488"/>
                  </a:lnTo>
                  <a:cubicBezTo>
                    <a:pt x="9721" y="14488"/>
                    <a:pt x="9937" y="14273"/>
                    <a:pt x="9937" y="14008"/>
                  </a:cubicBezTo>
                  <a:lnTo>
                    <a:pt x="9937" y="3751"/>
                  </a:lnTo>
                  <a:cubicBezTo>
                    <a:pt x="9937" y="3485"/>
                    <a:pt x="9721" y="3270"/>
                    <a:pt x="9456" y="3270"/>
                  </a:cubicBezTo>
                  <a:lnTo>
                    <a:pt x="8655" y="3270"/>
                  </a:lnTo>
                  <a:lnTo>
                    <a:pt x="8655" y="3162"/>
                  </a:lnTo>
                  <a:cubicBezTo>
                    <a:pt x="8655" y="2866"/>
                    <a:pt x="8585" y="2573"/>
                    <a:pt x="8452" y="2308"/>
                  </a:cubicBezTo>
                  <a:close/>
                  <a:moveTo>
                    <a:pt x="4968" y="0"/>
                  </a:moveTo>
                  <a:cubicBezTo>
                    <a:pt x="4745" y="0"/>
                    <a:pt x="4552" y="154"/>
                    <a:pt x="4500" y="371"/>
                  </a:cubicBezTo>
                  <a:lnTo>
                    <a:pt x="4268" y="1347"/>
                  </a:lnTo>
                  <a:lnTo>
                    <a:pt x="1763" y="1347"/>
                  </a:lnTo>
                  <a:cubicBezTo>
                    <a:pt x="789" y="1347"/>
                    <a:pt x="2" y="2137"/>
                    <a:pt x="0" y="3109"/>
                  </a:cubicBezTo>
                  <a:lnTo>
                    <a:pt x="0" y="14649"/>
                  </a:lnTo>
                  <a:cubicBezTo>
                    <a:pt x="2" y="15621"/>
                    <a:pt x="789" y="16411"/>
                    <a:pt x="1763" y="16411"/>
                  </a:cubicBezTo>
                  <a:lnTo>
                    <a:pt x="10096" y="16411"/>
                  </a:lnTo>
                  <a:cubicBezTo>
                    <a:pt x="11070" y="16411"/>
                    <a:pt x="11858" y="15621"/>
                    <a:pt x="11859" y="14649"/>
                  </a:cubicBezTo>
                  <a:lnTo>
                    <a:pt x="11859" y="3111"/>
                  </a:lnTo>
                  <a:cubicBezTo>
                    <a:pt x="11858" y="2137"/>
                    <a:pt x="11070" y="1349"/>
                    <a:pt x="10096" y="1347"/>
                  </a:cubicBezTo>
                  <a:lnTo>
                    <a:pt x="7592" y="1347"/>
                  </a:lnTo>
                  <a:lnTo>
                    <a:pt x="7359" y="371"/>
                  </a:lnTo>
                  <a:cubicBezTo>
                    <a:pt x="7308" y="154"/>
                    <a:pt x="7115" y="0"/>
                    <a:pt x="6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4548325" y="1771425"/>
              <a:ext cx="88100" cy="410300"/>
            </a:xfrm>
            <a:custGeom>
              <a:rect b="b" l="l" r="r" t="t"/>
              <a:pathLst>
                <a:path extrusionOk="0" h="16412" w="3524">
                  <a:moveTo>
                    <a:pt x="1761" y="2023"/>
                  </a:moveTo>
                  <a:lnTo>
                    <a:pt x="2380" y="3911"/>
                  </a:lnTo>
                  <a:lnTo>
                    <a:pt x="1143" y="3911"/>
                  </a:lnTo>
                  <a:lnTo>
                    <a:pt x="1761" y="2023"/>
                  </a:lnTo>
                  <a:close/>
                  <a:moveTo>
                    <a:pt x="2562" y="4871"/>
                  </a:moveTo>
                  <a:lnTo>
                    <a:pt x="2562" y="12885"/>
                  </a:lnTo>
                  <a:lnTo>
                    <a:pt x="960" y="12885"/>
                  </a:lnTo>
                  <a:lnTo>
                    <a:pt x="960" y="4871"/>
                  </a:lnTo>
                  <a:close/>
                  <a:moveTo>
                    <a:pt x="2562" y="13847"/>
                  </a:moveTo>
                  <a:lnTo>
                    <a:pt x="2562" y="15289"/>
                  </a:lnTo>
                  <a:cubicBezTo>
                    <a:pt x="2562" y="15377"/>
                    <a:pt x="2490" y="15449"/>
                    <a:pt x="2402" y="15449"/>
                  </a:cubicBezTo>
                  <a:lnTo>
                    <a:pt x="1119" y="15449"/>
                  </a:lnTo>
                  <a:cubicBezTo>
                    <a:pt x="1031" y="15449"/>
                    <a:pt x="960" y="15377"/>
                    <a:pt x="960" y="15289"/>
                  </a:cubicBezTo>
                  <a:lnTo>
                    <a:pt x="960" y="13847"/>
                  </a:lnTo>
                  <a:close/>
                  <a:moveTo>
                    <a:pt x="1762" y="1"/>
                  </a:moveTo>
                  <a:cubicBezTo>
                    <a:pt x="1554" y="1"/>
                    <a:pt x="1370" y="134"/>
                    <a:pt x="1305" y="331"/>
                  </a:cubicBezTo>
                  <a:lnTo>
                    <a:pt x="24" y="4242"/>
                  </a:lnTo>
                  <a:cubicBezTo>
                    <a:pt x="8" y="4290"/>
                    <a:pt x="0" y="4340"/>
                    <a:pt x="0" y="4391"/>
                  </a:cubicBezTo>
                  <a:lnTo>
                    <a:pt x="0" y="15289"/>
                  </a:lnTo>
                  <a:cubicBezTo>
                    <a:pt x="0" y="15907"/>
                    <a:pt x="501" y="16410"/>
                    <a:pt x="1119" y="16411"/>
                  </a:cubicBezTo>
                  <a:lnTo>
                    <a:pt x="2401" y="16411"/>
                  </a:lnTo>
                  <a:cubicBezTo>
                    <a:pt x="3020" y="16411"/>
                    <a:pt x="3522" y="15909"/>
                    <a:pt x="3522" y="15289"/>
                  </a:cubicBezTo>
                  <a:lnTo>
                    <a:pt x="3522" y="4391"/>
                  </a:lnTo>
                  <a:lnTo>
                    <a:pt x="3524" y="4391"/>
                  </a:lnTo>
                  <a:cubicBezTo>
                    <a:pt x="3524" y="4340"/>
                    <a:pt x="3515" y="4290"/>
                    <a:pt x="3501" y="4242"/>
                  </a:cubicBezTo>
                  <a:lnTo>
                    <a:pt x="2219" y="331"/>
                  </a:lnTo>
                  <a:cubicBezTo>
                    <a:pt x="2153" y="134"/>
                    <a:pt x="1970" y="1"/>
                    <a:pt x="17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4354100" y="1901200"/>
              <a:ext cx="80650" cy="24100"/>
            </a:xfrm>
            <a:custGeom>
              <a:rect b="b" l="l" r="r" t="t"/>
              <a:pathLst>
                <a:path extrusionOk="0" h="964" w="3226">
                  <a:moveTo>
                    <a:pt x="483" y="1"/>
                  </a:moveTo>
                  <a:cubicBezTo>
                    <a:pt x="217" y="1"/>
                    <a:pt x="0" y="216"/>
                    <a:pt x="0" y="481"/>
                  </a:cubicBezTo>
                  <a:cubicBezTo>
                    <a:pt x="0" y="748"/>
                    <a:pt x="217" y="963"/>
                    <a:pt x="483" y="963"/>
                  </a:cubicBezTo>
                  <a:cubicBezTo>
                    <a:pt x="486" y="963"/>
                    <a:pt x="488" y="963"/>
                    <a:pt x="491" y="963"/>
                  </a:cubicBezTo>
                  <a:lnTo>
                    <a:pt x="2735" y="963"/>
                  </a:lnTo>
                  <a:cubicBezTo>
                    <a:pt x="2737" y="963"/>
                    <a:pt x="2740" y="963"/>
                    <a:pt x="2743" y="963"/>
                  </a:cubicBezTo>
                  <a:cubicBezTo>
                    <a:pt x="3008" y="963"/>
                    <a:pt x="3225" y="748"/>
                    <a:pt x="3225" y="481"/>
                  </a:cubicBezTo>
                  <a:cubicBezTo>
                    <a:pt x="3225" y="216"/>
                    <a:pt x="3008" y="1"/>
                    <a:pt x="2743" y="1"/>
                  </a:cubicBezTo>
                  <a:cubicBezTo>
                    <a:pt x="2740" y="1"/>
                    <a:pt x="2737" y="1"/>
                    <a:pt x="2735" y="1"/>
                  </a:cubicBezTo>
                  <a:lnTo>
                    <a:pt x="491" y="1"/>
                  </a:lnTo>
                  <a:cubicBezTo>
                    <a:pt x="488" y="1"/>
                    <a:pt x="486" y="1"/>
                    <a:pt x="4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4310250" y="1901225"/>
              <a:ext cx="28100" cy="24050"/>
            </a:xfrm>
            <a:custGeom>
              <a:rect b="b" l="l" r="r" t="t"/>
              <a:pathLst>
                <a:path extrusionOk="0" h="962" w="1124">
                  <a:moveTo>
                    <a:pt x="643" y="0"/>
                  </a:moveTo>
                  <a:cubicBezTo>
                    <a:pt x="214" y="0"/>
                    <a:pt x="0" y="518"/>
                    <a:pt x="303" y="820"/>
                  </a:cubicBezTo>
                  <a:cubicBezTo>
                    <a:pt x="395" y="913"/>
                    <a:pt x="518" y="961"/>
                    <a:pt x="644" y="961"/>
                  </a:cubicBezTo>
                  <a:cubicBezTo>
                    <a:pt x="705" y="961"/>
                    <a:pt x="767" y="950"/>
                    <a:pt x="826" y="926"/>
                  </a:cubicBezTo>
                  <a:cubicBezTo>
                    <a:pt x="1006" y="851"/>
                    <a:pt x="1123" y="675"/>
                    <a:pt x="1123" y="482"/>
                  </a:cubicBezTo>
                  <a:cubicBezTo>
                    <a:pt x="1123" y="215"/>
                    <a:pt x="908" y="0"/>
                    <a:pt x="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4354100" y="1949275"/>
              <a:ext cx="80650" cy="24100"/>
            </a:xfrm>
            <a:custGeom>
              <a:rect b="b" l="l" r="r" t="t"/>
              <a:pathLst>
                <a:path extrusionOk="0" h="964" w="3226">
                  <a:moveTo>
                    <a:pt x="483" y="1"/>
                  </a:moveTo>
                  <a:cubicBezTo>
                    <a:pt x="217" y="1"/>
                    <a:pt x="0" y="216"/>
                    <a:pt x="0" y="483"/>
                  </a:cubicBezTo>
                  <a:cubicBezTo>
                    <a:pt x="0" y="749"/>
                    <a:pt x="216" y="963"/>
                    <a:pt x="480" y="963"/>
                  </a:cubicBezTo>
                  <a:cubicBezTo>
                    <a:pt x="484" y="963"/>
                    <a:pt x="487" y="963"/>
                    <a:pt x="491" y="963"/>
                  </a:cubicBezTo>
                  <a:lnTo>
                    <a:pt x="2735" y="963"/>
                  </a:lnTo>
                  <a:cubicBezTo>
                    <a:pt x="2738" y="963"/>
                    <a:pt x="2742" y="963"/>
                    <a:pt x="2745" y="963"/>
                  </a:cubicBezTo>
                  <a:cubicBezTo>
                    <a:pt x="3010" y="963"/>
                    <a:pt x="3225" y="749"/>
                    <a:pt x="3225" y="483"/>
                  </a:cubicBezTo>
                  <a:cubicBezTo>
                    <a:pt x="3225" y="216"/>
                    <a:pt x="3008" y="1"/>
                    <a:pt x="2743" y="1"/>
                  </a:cubicBezTo>
                  <a:cubicBezTo>
                    <a:pt x="2740" y="1"/>
                    <a:pt x="2737" y="1"/>
                    <a:pt x="2735" y="1"/>
                  </a:cubicBezTo>
                  <a:lnTo>
                    <a:pt x="491" y="1"/>
                  </a:lnTo>
                  <a:cubicBezTo>
                    <a:pt x="488" y="1"/>
                    <a:pt x="486" y="1"/>
                    <a:pt x="4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4310250" y="1949275"/>
              <a:ext cx="28100" cy="24100"/>
            </a:xfrm>
            <a:custGeom>
              <a:rect b="b" l="l" r="r" t="t"/>
              <a:pathLst>
                <a:path extrusionOk="0" h="964" w="1124">
                  <a:moveTo>
                    <a:pt x="643" y="1"/>
                  </a:moveTo>
                  <a:cubicBezTo>
                    <a:pt x="214" y="1"/>
                    <a:pt x="0" y="519"/>
                    <a:pt x="303" y="822"/>
                  </a:cubicBezTo>
                  <a:cubicBezTo>
                    <a:pt x="395" y="914"/>
                    <a:pt x="518" y="963"/>
                    <a:pt x="642" y="963"/>
                  </a:cubicBezTo>
                  <a:cubicBezTo>
                    <a:pt x="704" y="963"/>
                    <a:pt x="767" y="951"/>
                    <a:pt x="826" y="926"/>
                  </a:cubicBezTo>
                  <a:cubicBezTo>
                    <a:pt x="1006" y="852"/>
                    <a:pt x="1123" y="676"/>
                    <a:pt x="1123" y="483"/>
                  </a:cubicBezTo>
                  <a:cubicBezTo>
                    <a:pt x="1123" y="216"/>
                    <a:pt x="908" y="1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4354350" y="1997400"/>
              <a:ext cx="80125" cy="24025"/>
            </a:xfrm>
            <a:custGeom>
              <a:rect b="b" l="l" r="r" t="t"/>
              <a:pathLst>
                <a:path extrusionOk="0" h="961" w="3205">
                  <a:moveTo>
                    <a:pt x="481" y="0"/>
                  </a:moveTo>
                  <a:cubicBezTo>
                    <a:pt x="216" y="0"/>
                    <a:pt x="1" y="215"/>
                    <a:pt x="1" y="480"/>
                  </a:cubicBezTo>
                  <a:cubicBezTo>
                    <a:pt x="1" y="746"/>
                    <a:pt x="216" y="961"/>
                    <a:pt x="481" y="961"/>
                  </a:cubicBezTo>
                  <a:lnTo>
                    <a:pt x="2725" y="961"/>
                  </a:lnTo>
                  <a:cubicBezTo>
                    <a:pt x="2990" y="961"/>
                    <a:pt x="3205" y="746"/>
                    <a:pt x="3205" y="480"/>
                  </a:cubicBezTo>
                  <a:cubicBezTo>
                    <a:pt x="3205" y="215"/>
                    <a:pt x="2990" y="0"/>
                    <a:pt x="27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4310250" y="1997400"/>
              <a:ext cx="28100" cy="24050"/>
            </a:xfrm>
            <a:custGeom>
              <a:rect b="b" l="l" r="r" t="t"/>
              <a:pathLst>
                <a:path extrusionOk="0" h="962" w="1124">
                  <a:moveTo>
                    <a:pt x="643" y="0"/>
                  </a:moveTo>
                  <a:cubicBezTo>
                    <a:pt x="214" y="0"/>
                    <a:pt x="0" y="517"/>
                    <a:pt x="303" y="820"/>
                  </a:cubicBezTo>
                  <a:cubicBezTo>
                    <a:pt x="395" y="912"/>
                    <a:pt x="518" y="961"/>
                    <a:pt x="642" y="961"/>
                  </a:cubicBezTo>
                  <a:cubicBezTo>
                    <a:pt x="704" y="961"/>
                    <a:pt x="767" y="949"/>
                    <a:pt x="826" y="924"/>
                  </a:cubicBezTo>
                  <a:cubicBezTo>
                    <a:pt x="1006" y="850"/>
                    <a:pt x="1123" y="675"/>
                    <a:pt x="1123" y="480"/>
                  </a:cubicBezTo>
                  <a:cubicBezTo>
                    <a:pt x="1123" y="215"/>
                    <a:pt x="908" y="0"/>
                    <a:pt x="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4354100" y="2045450"/>
              <a:ext cx="80650" cy="24050"/>
            </a:xfrm>
            <a:custGeom>
              <a:rect b="b" l="l" r="r" t="t"/>
              <a:pathLst>
                <a:path extrusionOk="0" h="962" w="3226">
                  <a:moveTo>
                    <a:pt x="480" y="1"/>
                  </a:moveTo>
                  <a:cubicBezTo>
                    <a:pt x="216" y="1"/>
                    <a:pt x="0" y="215"/>
                    <a:pt x="0" y="481"/>
                  </a:cubicBezTo>
                  <a:cubicBezTo>
                    <a:pt x="0" y="747"/>
                    <a:pt x="216" y="962"/>
                    <a:pt x="480" y="962"/>
                  </a:cubicBezTo>
                  <a:cubicBezTo>
                    <a:pt x="484" y="962"/>
                    <a:pt x="487" y="962"/>
                    <a:pt x="491" y="962"/>
                  </a:cubicBezTo>
                  <a:lnTo>
                    <a:pt x="2735" y="962"/>
                  </a:lnTo>
                  <a:cubicBezTo>
                    <a:pt x="2738" y="962"/>
                    <a:pt x="2742" y="962"/>
                    <a:pt x="2745" y="962"/>
                  </a:cubicBezTo>
                  <a:cubicBezTo>
                    <a:pt x="3010" y="962"/>
                    <a:pt x="3225" y="747"/>
                    <a:pt x="3225" y="481"/>
                  </a:cubicBezTo>
                  <a:cubicBezTo>
                    <a:pt x="3225" y="215"/>
                    <a:pt x="3010" y="1"/>
                    <a:pt x="2745" y="1"/>
                  </a:cubicBezTo>
                  <a:cubicBezTo>
                    <a:pt x="2742" y="1"/>
                    <a:pt x="2738" y="1"/>
                    <a:pt x="2735" y="1"/>
                  </a:cubicBezTo>
                  <a:lnTo>
                    <a:pt x="491" y="1"/>
                  </a:lnTo>
                  <a:cubicBezTo>
                    <a:pt x="487" y="1"/>
                    <a:pt x="484" y="1"/>
                    <a:pt x="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4310250" y="2045450"/>
              <a:ext cx="28100" cy="24050"/>
            </a:xfrm>
            <a:custGeom>
              <a:rect b="b" l="l" r="r" t="t"/>
              <a:pathLst>
                <a:path extrusionOk="0" h="962" w="1124">
                  <a:moveTo>
                    <a:pt x="643" y="1"/>
                  </a:moveTo>
                  <a:cubicBezTo>
                    <a:pt x="214" y="1"/>
                    <a:pt x="0" y="518"/>
                    <a:pt x="303" y="821"/>
                  </a:cubicBezTo>
                  <a:cubicBezTo>
                    <a:pt x="394" y="913"/>
                    <a:pt x="517" y="962"/>
                    <a:pt x="642" y="962"/>
                  </a:cubicBezTo>
                  <a:cubicBezTo>
                    <a:pt x="704" y="962"/>
                    <a:pt x="767" y="950"/>
                    <a:pt x="826" y="925"/>
                  </a:cubicBezTo>
                  <a:cubicBezTo>
                    <a:pt x="1006" y="852"/>
                    <a:pt x="1123" y="676"/>
                    <a:pt x="1123" y="481"/>
                  </a:cubicBezTo>
                  <a:cubicBezTo>
                    <a:pt x="1123" y="216"/>
                    <a:pt x="908" y="1"/>
                    <a:pt x="6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4825" lIns="124825" spcFirstLastPara="1" rIns="124825" wrap="square" tIns="12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2"/>
          <p:cNvSpPr txBox="1"/>
          <p:nvPr>
            <p:ph type="title"/>
          </p:nvPr>
        </p:nvSpPr>
        <p:spPr>
          <a:xfrm>
            <a:off x="3943350" y="2343900"/>
            <a:ext cx="4849500" cy="187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System Architecture (The "Durable" Engine)</a:t>
            </a:r>
            <a:endParaRPr sz="3800"/>
          </a:p>
        </p:txBody>
      </p:sp>
      <p:sp>
        <p:nvSpPr>
          <p:cNvPr id="762" name="Google Shape;762;p42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III</a:t>
            </a:r>
            <a:endParaRPr/>
          </a:p>
        </p:txBody>
      </p:sp>
      <p:grpSp>
        <p:nvGrpSpPr>
          <p:cNvPr id="763" name="Google Shape;763;p42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764" name="Google Shape;764;p42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765" name="Google Shape;765;p42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42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42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42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2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2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2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2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2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2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2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6" name="Google Shape;776;p42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777" name="Google Shape;777;p42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78" name="Google Shape;778;p42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System Architecture</a:t>
            </a:r>
            <a:endParaRPr sz="3000"/>
          </a:p>
        </p:txBody>
      </p:sp>
      <p:sp>
        <p:nvSpPr>
          <p:cNvPr id="784" name="Google Shape;784;p43"/>
          <p:cNvSpPr txBox="1"/>
          <p:nvPr>
            <p:ph idx="2" type="subTitle"/>
          </p:nvPr>
        </p:nvSpPr>
        <p:spPr>
          <a:xfrm>
            <a:off x="1619250" y="4161520"/>
            <a:ext cx="28137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Asynchronous Processing:</a:t>
            </a:r>
            <a:r>
              <a:rPr lang="en" sz="1000"/>
              <a:t> Powered by Azure Durable Functions (Python) using an Orchestrator/Activity pattern</a:t>
            </a:r>
            <a:endParaRPr sz="1000"/>
          </a:p>
        </p:txBody>
      </p:sp>
      <p:pic>
        <p:nvPicPr>
          <p:cNvPr id="785" name="Google Shape;78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" y="3514725"/>
            <a:ext cx="1476376" cy="1476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id="786" name="Google Shape;78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262" y="1222425"/>
            <a:ext cx="6693476" cy="27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3"/>
          <p:cNvSpPr txBox="1"/>
          <p:nvPr>
            <p:ph idx="2" type="subTitle"/>
          </p:nvPr>
        </p:nvSpPr>
        <p:spPr>
          <a:xfrm>
            <a:off x="4822050" y="4020852"/>
            <a:ext cx="2813700" cy="9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Storage:</a:t>
            </a:r>
            <a:r>
              <a:rPr lang="en" sz="1000"/>
              <a:t> </a:t>
            </a:r>
            <a:r>
              <a:rPr lang="en" sz="1000"/>
              <a:t>Secure integration with Azure Blob Storage for file persistence.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Communication:</a:t>
            </a:r>
            <a:r>
              <a:rPr lang="en" sz="1000"/>
              <a:t> Reliable state management using Storage Queues and Durable Functions Storage.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4"/>
          <p:cNvSpPr txBox="1"/>
          <p:nvPr>
            <p:ph type="title"/>
          </p:nvPr>
        </p:nvSpPr>
        <p:spPr>
          <a:xfrm>
            <a:off x="3943350" y="2343900"/>
            <a:ext cx="4849500" cy="128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The AI Reasoning Layer</a:t>
            </a:r>
            <a:endParaRPr sz="3800"/>
          </a:p>
        </p:txBody>
      </p:sp>
      <p:sp>
        <p:nvSpPr>
          <p:cNvPr id="793" name="Google Shape;793;p44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</a:t>
            </a:r>
            <a:endParaRPr/>
          </a:p>
        </p:txBody>
      </p:sp>
      <p:grpSp>
        <p:nvGrpSpPr>
          <p:cNvPr id="794" name="Google Shape;794;p44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795" name="Google Shape;795;p44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796" name="Google Shape;796;p44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4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4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4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4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4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4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44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44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44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44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7" name="Google Shape;807;p44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808" name="Google Shape;808;p44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09" name="Google Shape;809;p44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AI Reasoning Layer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45"/>
          <p:cNvSpPr txBox="1"/>
          <p:nvPr>
            <p:ph idx="1" type="subTitle"/>
          </p:nvPr>
        </p:nvSpPr>
        <p:spPr>
          <a:xfrm>
            <a:off x="825400" y="3280756"/>
            <a:ext cx="2242500" cy="14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Powered by </a:t>
            </a:r>
            <a:r>
              <a:rPr b="1" lang="en"/>
              <a:t>GPT-4.1 </a:t>
            </a:r>
            <a:r>
              <a:rPr lang="en"/>
              <a:t>Mini via Azure AI Projects for cost-efficient and fast execution.</a:t>
            </a:r>
            <a:endParaRPr/>
          </a:p>
        </p:txBody>
      </p:sp>
      <p:sp>
        <p:nvSpPr>
          <p:cNvPr id="816" name="Google Shape;816;p45"/>
          <p:cNvSpPr txBox="1"/>
          <p:nvPr>
            <p:ph idx="2" type="subTitle"/>
          </p:nvPr>
        </p:nvSpPr>
        <p:spPr>
          <a:xfrm>
            <a:off x="3450749" y="3280741"/>
            <a:ext cx="2242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an Azure AI Agent to generate comprehensive summaries, observations, and logical next steps.</a:t>
            </a:r>
            <a:endParaRPr/>
          </a:p>
        </p:txBody>
      </p:sp>
      <p:sp>
        <p:nvSpPr>
          <p:cNvPr id="817" name="Google Shape;817;p45"/>
          <p:cNvSpPr txBox="1"/>
          <p:nvPr>
            <p:ph idx="3" type="subTitle"/>
          </p:nvPr>
        </p:nvSpPr>
        <p:spPr>
          <a:xfrm>
            <a:off x="6076098" y="3280741"/>
            <a:ext cx="2242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Leverages Azure AI to extract text from complex scientific documents and setup photos.</a:t>
            </a:r>
            <a:endParaRPr/>
          </a:p>
        </p:txBody>
      </p:sp>
      <p:sp>
        <p:nvSpPr>
          <p:cNvPr id="818" name="Google Shape;818;p45"/>
          <p:cNvSpPr txBox="1"/>
          <p:nvPr>
            <p:ph idx="4" type="subTitle"/>
          </p:nvPr>
        </p:nvSpPr>
        <p:spPr>
          <a:xfrm>
            <a:off x="825400" y="2571690"/>
            <a:ext cx="2242500" cy="7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819" name="Google Shape;819;p45"/>
          <p:cNvSpPr txBox="1"/>
          <p:nvPr>
            <p:ph idx="5" type="subTitle"/>
          </p:nvPr>
        </p:nvSpPr>
        <p:spPr>
          <a:xfrm>
            <a:off x="3450747" y="2571690"/>
            <a:ext cx="22425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Intelligence</a:t>
            </a:r>
            <a:endParaRPr/>
          </a:p>
        </p:txBody>
      </p:sp>
      <p:sp>
        <p:nvSpPr>
          <p:cNvPr id="820" name="Google Shape;820;p45"/>
          <p:cNvSpPr txBox="1"/>
          <p:nvPr>
            <p:ph idx="6" type="subTitle"/>
          </p:nvPr>
        </p:nvSpPr>
        <p:spPr>
          <a:xfrm>
            <a:off x="6076098" y="2571690"/>
            <a:ext cx="2242500" cy="78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Intelligence</a:t>
            </a:r>
            <a:endParaRPr/>
          </a:p>
        </p:txBody>
      </p:sp>
      <p:sp>
        <p:nvSpPr>
          <p:cNvPr id="821" name="Google Shape;821;p45"/>
          <p:cNvSpPr/>
          <p:nvPr/>
        </p:nvSpPr>
        <p:spPr>
          <a:xfrm>
            <a:off x="4246623" y="19553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5"/>
          <p:cNvSpPr/>
          <p:nvPr/>
        </p:nvSpPr>
        <p:spPr>
          <a:xfrm>
            <a:off x="6871974" y="19553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5"/>
          <p:cNvSpPr/>
          <p:nvPr/>
        </p:nvSpPr>
        <p:spPr>
          <a:xfrm>
            <a:off x="1621276" y="1955396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4" name="Google Shape;824;p45"/>
          <p:cNvGrpSpPr/>
          <p:nvPr/>
        </p:nvGrpSpPr>
        <p:grpSpPr>
          <a:xfrm>
            <a:off x="7016500" y="2054310"/>
            <a:ext cx="361697" cy="359994"/>
            <a:chOff x="1492036" y="3390010"/>
            <a:chExt cx="361697" cy="359994"/>
          </a:xfrm>
        </p:grpSpPr>
        <p:sp>
          <p:nvSpPr>
            <p:cNvPr id="825" name="Google Shape;825;p45"/>
            <p:cNvSpPr/>
            <p:nvPr/>
          </p:nvSpPr>
          <p:spPr>
            <a:xfrm>
              <a:off x="1492036" y="3390010"/>
              <a:ext cx="361697" cy="359994"/>
            </a:xfrm>
            <a:custGeom>
              <a:rect b="b" l="l" r="r" t="t"/>
              <a:pathLst>
                <a:path extrusionOk="0" h="12048" w="12105">
                  <a:moveTo>
                    <a:pt x="6972" y="1268"/>
                  </a:moveTo>
                  <a:lnTo>
                    <a:pt x="8595" y="2205"/>
                  </a:lnTo>
                  <a:lnTo>
                    <a:pt x="8595" y="2631"/>
                  </a:lnTo>
                  <a:lnTo>
                    <a:pt x="7067" y="2631"/>
                  </a:lnTo>
                  <a:cubicBezTo>
                    <a:pt x="6872" y="2631"/>
                    <a:pt x="6713" y="2787"/>
                    <a:pt x="6713" y="2984"/>
                  </a:cubicBezTo>
                  <a:lnTo>
                    <a:pt x="6713" y="3360"/>
                  </a:lnTo>
                  <a:lnTo>
                    <a:pt x="5348" y="3360"/>
                  </a:lnTo>
                  <a:lnTo>
                    <a:pt x="5348" y="2205"/>
                  </a:lnTo>
                  <a:lnTo>
                    <a:pt x="6972" y="1268"/>
                  </a:lnTo>
                  <a:close/>
                  <a:moveTo>
                    <a:pt x="9327" y="3338"/>
                  </a:moveTo>
                  <a:lnTo>
                    <a:pt x="9327" y="4045"/>
                  </a:lnTo>
                  <a:lnTo>
                    <a:pt x="7420" y="4045"/>
                  </a:lnTo>
                  <a:lnTo>
                    <a:pt x="7420" y="3338"/>
                  </a:lnTo>
                  <a:close/>
                  <a:moveTo>
                    <a:pt x="3016" y="1269"/>
                  </a:moveTo>
                  <a:lnTo>
                    <a:pt x="4640" y="2206"/>
                  </a:lnTo>
                  <a:lnTo>
                    <a:pt x="4640" y="4082"/>
                  </a:lnTo>
                  <a:lnTo>
                    <a:pt x="3016" y="5019"/>
                  </a:lnTo>
                  <a:lnTo>
                    <a:pt x="1393" y="4082"/>
                  </a:lnTo>
                  <a:lnTo>
                    <a:pt x="1393" y="2206"/>
                  </a:lnTo>
                  <a:lnTo>
                    <a:pt x="3016" y="1269"/>
                  </a:lnTo>
                  <a:close/>
                  <a:moveTo>
                    <a:pt x="4641" y="4932"/>
                  </a:moveTo>
                  <a:lnTo>
                    <a:pt x="4641" y="8206"/>
                  </a:lnTo>
                  <a:lnTo>
                    <a:pt x="3430" y="7507"/>
                  </a:lnTo>
                  <a:lnTo>
                    <a:pt x="3430" y="5632"/>
                  </a:lnTo>
                  <a:lnTo>
                    <a:pt x="4641" y="4932"/>
                  </a:lnTo>
                  <a:close/>
                  <a:moveTo>
                    <a:pt x="11398" y="4068"/>
                  </a:moveTo>
                  <a:lnTo>
                    <a:pt x="11398" y="11343"/>
                  </a:lnTo>
                  <a:lnTo>
                    <a:pt x="5348" y="11343"/>
                  </a:lnTo>
                  <a:lnTo>
                    <a:pt x="5348" y="4068"/>
                  </a:lnTo>
                  <a:lnTo>
                    <a:pt x="6713" y="4068"/>
                  </a:lnTo>
                  <a:lnTo>
                    <a:pt x="6713" y="4398"/>
                  </a:lnTo>
                  <a:cubicBezTo>
                    <a:pt x="6713" y="4592"/>
                    <a:pt x="6870" y="4751"/>
                    <a:pt x="7067" y="4751"/>
                  </a:cubicBezTo>
                  <a:lnTo>
                    <a:pt x="9680" y="4751"/>
                  </a:lnTo>
                  <a:cubicBezTo>
                    <a:pt x="9875" y="4751"/>
                    <a:pt x="10033" y="4593"/>
                    <a:pt x="10033" y="4398"/>
                  </a:cubicBezTo>
                  <a:lnTo>
                    <a:pt x="10033" y="4068"/>
                  </a:lnTo>
                  <a:close/>
                  <a:moveTo>
                    <a:pt x="3017" y="0"/>
                  </a:moveTo>
                  <a:cubicBezTo>
                    <a:pt x="2846" y="0"/>
                    <a:pt x="2674" y="118"/>
                    <a:pt x="2664" y="352"/>
                  </a:cubicBezTo>
                  <a:lnTo>
                    <a:pt x="2664" y="656"/>
                  </a:lnTo>
                  <a:lnTo>
                    <a:pt x="862" y="1695"/>
                  </a:lnTo>
                  <a:cubicBezTo>
                    <a:pt x="754" y="1758"/>
                    <a:pt x="686" y="1875"/>
                    <a:pt x="686" y="2002"/>
                  </a:cubicBezTo>
                  <a:lnTo>
                    <a:pt x="686" y="4093"/>
                  </a:lnTo>
                  <a:lnTo>
                    <a:pt x="210" y="4408"/>
                  </a:lnTo>
                  <a:cubicBezTo>
                    <a:pt x="47" y="4515"/>
                    <a:pt x="1" y="4734"/>
                    <a:pt x="108" y="4896"/>
                  </a:cubicBezTo>
                  <a:cubicBezTo>
                    <a:pt x="176" y="5000"/>
                    <a:pt x="289" y="5056"/>
                    <a:pt x="404" y="5056"/>
                  </a:cubicBezTo>
                  <a:cubicBezTo>
                    <a:pt x="471" y="5056"/>
                    <a:pt x="538" y="5037"/>
                    <a:pt x="598" y="4998"/>
                  </a:cubicBezTo>
                  <a:lnTo>
                    <a:pt x="1051" y="4700"/>
                  </a:lnTo>
                  <a:lnTo>
                    <a:pt x="2723" y="5665"/>
                  </a:lnTo>
                  <a:lnTo>
                    <a:pt x="2723" y="7544"/>
                  </a:lnTo>
                  <a:lnTo>
                    <a:pt x="1451" y="8603"/>
                  </a:lnTo>
                  <a:cubicBezTo>
                    <a:pt x="1302" y="8727"/>
                    <a:pt x="1281" y="8949"/>
                    <a:pt x="1405" y="9099"/>
                  </a:cubicBezTo>
                  <a:cubicBezTo>
                    <a:pt x="1476" y="9184"/>
                    <a:pt x="1576" y="9227"/>
                    <a:pt x="1677" y="9227"/>
                  </a:cubicBezTo>
                  <a:cubicBezTo>
                    <a:pt x="1757" y="9227"/>
                    <a:pt x="1836" y="9200"/>
                    <a:pt x="1902" y="9146"/>
                  </a:cubicBezTo>
                  <a:lnTo>
                    <a:pt x="3113" y="8139"/>
                  </a:lnTo>
                  <a:lnTo>
                    <a:pt x="4640" y="9021"/>
                  </a:lnTo>
                  <a:lnTo>
                    <a:pt x="4640" y="11694"/>
                  </a:lnTo>
                  <a:cubicBezTo>
                    <a:pt x="4640" y="11889"/>
                    <a:pt x="4797" y="12048"/>
                    <a:pt x="4993" y="12048"/>
                  </a:cubicBezTo>
                  <a:lnTo>
                    <a:pt x="11750" y="12048"/>
                  </a:lnTo>
                  <a:cubicBezTo>
                    <a:pt x="11945" y="12048"/>
                    <a:pt x="12104" y="11891"/>
                    <a:pt x="12104" y="11694"/>
                  </a:cubicBezTo>
                  <a:lnTo>
                    <a:pt x="12104" y="3713"/>
                  </a:lnTo>
                  <a:cubicBezTo>
                    <a:pt x="12105" y="3520"/>
                    <a:pt x="11946" y="3361"/>
                    <a:pt x="11751" y="3361"/>
                  </a:cubicBezTo>
                  <a:lnTo>
                    <a:pt x="10033" y="3361"/>
                  </a:lnTo>
                  <a:lnTo>
                    <a:pt x="10033" y="2985"/>
                  </a:lnTo>
                  <a:cubicBezTo>
                    <a:pt x="10033" y="2790"/>
                    <a:pt x="9876" y="2632"/>
                    <a:pt x="9680" y="2632"/>
                  </a:cubicBezTo>
                  <a:lnTo>
                    <a:pt x="9302" y="2632"/>
                  </a:lnTo>
                  <a:lnTo>
                    <a:pt x="9302" y="2002"/>
                  </a:lnTo>
                  <a:cubicBezTo>
                    <a:pt x="9302" y="1875"/>
                    <a:pt x="9234" y="1758"/>
                    <a:pt x="9126" y="1695"/>
                  </a:cubicBezTo>
                  <a:lnTo>
                    <a:pt x="7149" y="553"/>
                  </a:lnTo>
                  <a:cubicBezTo>
                    <a:pt x="7094" y="522"/>
                    <a:pt x="7033" y="506"/>
                    <a:pt x="6972" y="506"/>
                  </a:cubicBezTo>
                  <a:cubicBezTo>
                    <a:pt x="6911" y="506"/>
                    <a:pt x="6850" y="522"/>
                    <a:pt x="6795" y="553"/>
                  </a:cubicBezTo>
                  <a:lnTo>
                    <a:pt x="4994" y="1593"/>
                  </a:lnTo>
                  <a:lnTo>
                    <a:pt x="3371" y="656"/>
                  </a:lnTo>
                  <a:lnTo>
                    <a:pt x="3371" y="352"/>
                  </a:lnTo>
                  <a:cubicBezTo>
                    <a:pt x="3361" y="118"/>
                    <a:pt x="3189" y="0"/>
                    <a:pt x="30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5"/>
            <p:cNvSpPr/>
            <p:nvPr/>
          </p:nvSpPr>
          <p:spPr>
            <a:xfrm>
              <a:off x="1697371" y="3553006"/>
              <a:ext cx="89760" cy="21155"/>
            </a:xfrm>
            <a:custGeom>
              <a:rect b="b" l="l" r="r" t="t"/>
              <a:pathLst>
                <a:path extrusionOk="0" h="708" w="3004">
                  <a:moveTo>
                    <a:pt x="468" y="1"/>
                  </a:moveTo>
                  <a:cubicBezTo>
                    <a:pt x="0" y="20"/>
                    <a:pt x="0" y="690"/>
                    <a:pt x="468" y="708"/>
                  </a:cubicBezTo>
                  <a:lnTo>
                    <a:pt x="2535" y="708"/>
                  </a:lnTo>
                  <a:cubicBezTo>
                    <a:pt x="3004" y="689"/>
                    <a:pt x="3004" y="20"/>
                    <a:pt x="25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1669433" y="3595256"/>
              <a:ext cx="145516" cy="21155"/>
            </a:xfrm>
            <a:custGeom>
              <a:rect b="b" l="l" r="r" t="t"/>
              <a:pathLst>
                <a:path extrusionOk="0" h="708" w="4870">
                  <a:moveTo>
                    <a:pt x="470" y="0"/>
                  </a:moveTo>
                  <a:cubicBezTo>
                    <a:pt x="1" y="20"/>
                    <a:pt x="1" y="689"/>
                    <a:pt x="470" y="707"/>
                  </a:cubicBezTo>
                  <a:lnTo>
                    <a:pt x="4401" y="707"/>
                  </a:lnTo>
                  <a:cubicBezTo>
                    <a:pt x="4870" y="689"/>
                    <a:pt x="4870" y="20"/>
                    <a:pt x="4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45"/>
            <p:cNvSpPr/>
            <p:nvPr/>
          </p:nvSpPr>
          <p:spPr>
            <a:xfrm>
              <a:off x="1669463" y="3637476"/>
              <a:ext cx="145516" cy="21125"/>
            </a:xfrm>
            <a:custGeom>
              <a:rect b="b" l="l" r="r" t="t"/>
              <a:pathLst>
                <a:path extrusionOk="0" h="707" w="4870">
                  <a:moveTo>
                    <a:pt x="470" y="0"/>
                  </a:moveTo>
                  <a:cubicBezTo>
                    <a:pt x="1" y="19"/>
                    <a:pt x="1" y="687"/>
                    <a:pt x="470" y="707"/>
                  </a:cubicBezTo>
                  <a:lnTo>
                    <a:pt x="4402" y="707"/>
                  </a:lnTo>
                  <a:cubicBezTo>
                    <a:pt x="4870" y="687"/>
                    <a:pt x="4870" y="18"/>
                    <a:pt x="44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5"/>
            <p:cNvSpPr/>
            <p:nvPr/>
          </p:nvSpPr>
          <p:spPr>
            <a:xfrm>
              <a:off x="1669463" y="3679667"/>
              <a:ext cx="145516" cy="21155"/>
            </a:xfrm>
            <a:custGeom>
              <a:rect b="b" l="l" r="r" t="t"/>
              <a:pathLst>
                <a:path extrusionOk="0" h="708" w="4870">
                  <a:moveTo>
                    <a:pt x="470" y="1"/>
                  </a:moveTo>
                  <a:cubicBezTo>
                    <a:pt x="1" y="20"/>
                    <a:pt x="1" y="688"/>
                    <a:pt x="470" y="707"/>
                  </a:cubicBezTo>
                  <a:lnTo>
                    <a:pt x="4402" y="707"/>
                  </a:lnTo>
                  <a:cubicBezTo>
                    <a:pt x="4870" y="688"/>
                    <a:pt x="4870" y="18"/>
                    <a:pt x="4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45"/>
          <p:cNvGrpSpPr/>
          <p:nvPr/>
        </p:nvGrpSpPr>
        <p:grpSpPr>
          <a:xfrm>
            <a:off x="1767481" y="2054290"/>
            <a:ext cx="360009" cy="360031"/>
            <a:chOff x="563995" y="4664017"/>
            <a:chExt cx="352053" cy="352075"/>
          </a:xfrm>
        </p:grpSpPr>
        <p:sp>
          <p:nvSpPr>
            <p:cNvPr id="831" name="Google Shape;831;p45"/>
            <p:cNvSpPr/>
            <p:nvPr/>
          </p:nvSpPr>
          <p:spPr>
            <a:xfrm>
              <a:off x="563995" y="4664017"/>
              <a:ext cx="352053" cy="352075"/>
            </a:xfrm>
            <a:custGeom>
              <a:rect b="b" l="l" r="r" t="t"/>
              <a:pathLst>
                <a:path extrusionOk="0" h="21733" w="21735">
                  <a:moveTo>
                    <a:pt x="15959" y="5137"/>
                  </a:moveTo>
                  <a:cubicBezTo>
                    <a:pt x="16311" y="5139"/>
                    <a:pt x="16595" y="5423"/>
                    <a:pt x="16595" y="5774"/>
                  </a:cubicBezTo>
                  <a:lnTo>
                    <a:pt x="16595" y="15960"/>
                  </a:lnTo>
                  <a:cubicBezTo>
                    <a:pt x="16595" y="16312"/>
                    <a:pt x="16311" y="16597"/>
                    <a:pt x="15959" y="16597"/>
                  </a:cubicBezTo>
                  <a:lnTo>
                    <a:pt x="5774" y="16597"/>
                  </a:lnTo>
                  <a:cubicBezTo>
                    <a:pt x="5422" y="16597"/>
                    <a:pt x="5137" y="16312"/>
                    <a:pt x="5136" y="15960"/>
                  </a:cubicBezTo>
                  <a:lnTo>
                    <a:pt x="5137" y="5774"/>
                  </a:lnTo>
                  <a:cubicBezTo>
                    <a:pt x="5137" y="5423"/>
                    <a:pt x="5422" y="5139"/>
                    <a:pt x="5774" y="5137"/>
                  </a:cubicBezTo>
                  <a:close/>
                  <a:moveTo>
                    <a:pt x="7047" y="0"/>
                  </a:moveTo>
                  <a:cubicBezTo>
                    <a:pt x="6695" y="0"/>
                    <a:pt x="6410" y="285"/>
                    <a:pt x="6410" y="637"/>
                  </a:cubicBezTo>
                  <a:lnTo>
                    <a:pt x="6410" y="3862"/>
                  </a:lnTo>
                  <a:lnTo>
                    <a:pt x="5774" y="3862"/>
                  </a:lnTo>
                  <a:cubicBezTo>
                    <a:pt x="4718" y="3863"/>
                    <a:pt x="3863" y="4719"/>
                    <a:pt x="3863" y="5774"/>
                  </a:cubicBezTo>
                  <a:lnTo>
                    <a:pt x="3863" y="6410"/>
                  </a:lnTo>
                  <a:lnTo>
                    <a:pt x="638" y="6410"/>
                  </a:lnTo>
                  <a:cubicBezTo>
                    <a:pt x="286" y="6410"/>
                    <a:pt x="0" y="6695"/>
                    <a:pt x="0" y="7047"/>
                  </a:cubicBezTo>
                  <a:cubicBezTo>
                    <a:pt x="0" y="7399"/>
                    <a:pt x="286" y="7684"/>
                    <a:pt x="638" y="7684"/>
                  </a:cubicBezTo>
                  <a:lnTo>
                    <a:pt x="3863" y="7684"/>
                  </a:lnTo>
                  <a:lnTo>
                    <a:pt x="3863" y="8957"/>
                  </a:lnTo>
                  <a:lnTo>
                    <a:pt x="638" y="8957"/>
                  </a:lnTo>
                  <a:cubicBezTo>
                    <a:pt x="286" y="8957"/>
                    <a:pt x="0" y="9242"/>
                    <a:pt x="0" y="9594"/>
                  </a:cubicBezTo>
                  <a:cubicBezTo>
                    <a:pt x="0" y="9946"/>
                    <a:pt x="286" y="10232"/>
                    <a:pt x="638" y="10232"/>
                  </a:cubicBezTo>
                  <a:lnTo>
                    <a:pt x="3863" y="10232"/>
                  </a:lnTo>
                  <a:lnTo>
                    <a:pt x="3863" y="11505"/>
                  </a:lnTo>
                  <a:lnTo>
                    <a:pt x="638" y="11505"/>
                  </a:lnTo>
                  <a:cubicBezTo>
                    <a:pt x="286" y="11505"/>
                    <a:pt x="0" y="11789"/>
                    <a:pt x="0" y="12141"/>
                  </a:cubicBezTo>
                  <a:cubicBezTo>
                    <a:pt x="0" y="12493"/>
                    <a:pt x="286" y="12779"/>
                    <a:pt x="638" y="12779"/>
                  </a:cubicBezTo>
                  <a:lnTo>
                    <a:pt x="3863" y="12779"/>
                  </a:lnTo>
                  <a:lnTo>
                    <a:pt x="3863" y="14052"/>
                  </a:lnTo>
                  <a:lnTo>
                    <a:pt x="638" y="14051"/>
                  </a:lnTo>
                  <a:cubicBezTo>
                    <a:pt x="286" y="14051"/>
                    <a:pt x="0" y="14335"/>
                    <a:pt x="0" y="14687"/>
                  </a:cubicBezTo>
                  <a:cubicBezTo>
                    <a:pt x="0" y="15039"/>
                    <a:pt x="286" y="15324"/>
                    <a:pt x="638" y="15324"/>
                  </a:cubicBezTo>
                  <a:lnTo>
                    <a:pt x="3863" y="15324"/>
                  </a:lnTo>
                  <a:lnTo>
                    <a:pt x="3863" y="15960"/>
                  </a:lnTo>
                  <a:cubicBezTo>
                    <a:pt x="3864" y="17015"/>
                    <a:pt x="4719" y="17869"/>
                    <a:pt x="5772" y="17871"/>
                  </a:cubicBezTo>
                  <a:lnTo>
                    <a:pt x="6410" y="17871"/>
                  </a:lnTo>
                  <a:lnTo>
                    <a:pt x="6410" y="21096"/>
                  </a:lnTo>
                  <a:cubicBezTo>
                    <a:pt x="6410" y="21448"/>
                    <a:pt x="6695" y="21732"/>
                    <a:pt x="7047" y="21732"/>
                  </a:cubicBezTo>
                  <a:cubicBezTo>
                    <a:pt x="7399" y="21732"/>
                    <a:pt x="7685" y="21448"/>
                    <a:pt x="7685" y="21096"/>
                  </a:cubicBezTo>
                  <a:lnTo>
                    <a:pt x="7685" y="17871"/>
                  </a:lnTo>
                  <a:lnTo>
                    <a:pt x="8958" y="17871"/>
                  </a:lnTo>
                  <a:lnTo>
                    <a:pt x="8958" y="21096"/>
                  </a:lnTo>
                  <a:cubicBezTo>
                    <a:pt x="8958" y="21448"/>
                    <a:pt x="9242" y="21732"/>
                    <a:pt x="9594" y="21732"/>
                  </a:cubicBezTo>
                  <a:cubicBezTo>
                    <a:pt x="9946" y="21732"/>
                    <a:pt x="10232" y="21448"/>
                    <a:pt x="10232" y="21096"/>
                  </a:cubicBezTo>
                  <a:lnTo>
                    <a:pt x="10232" y="17871"/>
                  </a:lnTo>
                  <a:lnTo>
                    <a:pt x="11505" y="17871"/>
                  </a:lnTo>
                  <a:lnTo>
                    <a:pt x="11505" y="21096"/>
                  </a:lnTo>
                  <a:cubicBezTo>
                    <a:pt x="11505" y="21448"/>
                    <a:pt x="11789" y="21732"/>
                    <a:pt x="12141" y="21732"/>
                  </a:cubicBezTo>
                  <a:cubicBezTo>
                    <a:pt x="12493" y="21732"/>
                    <a:pt x="12779" y="21448"/>
                    <a:pt x="12779" y="21096"/>
                  </a:cubicBezTo>
                  <a:lnTo>
                    <a:pt x="12779" y="17871"/>
                  </a:lnTo>
                  <a:lnTo>
                    <a:pt x="14052" y="17871"/>
                  </a:lnTo>
                  <a:lnTo>
                    <a:pt x="14052" y="21096"/>
                  </a:lnTo>
                  <a:cubicBezTo>
                    <a:pt x="14052" y="21448"/>
                    <a:pt x="14337" y="21732"/>
                    <a:pt x="14689" y="21732"/>
                  </a:cubicBezTo>
                  <a:cubicBezTo>
                    <a:pt x="15041" y="21732"/>
                    <a:pt x="15326" y="21448"/>
                    <a:pt x="15326" y="21096"/>
                  </a:cubicBezTo>
                  <a:lnTo>
                    <a:pt x="15326" y="17871"/>
                  </a:lnTo>
                  <a:lnTo>
                    <a:pt x="15963" y="17871"/>
                  </a:lnTo>
                  <a:cubicBezTo>
                    <a:pt x="17016" y="17869"/>
                    <a:pt x="17871" y="17015"/>
                    <a:pt x="17872" y="15960"/>
                  </a:cubicBezTo>
                  <a:lnTo>
                    <a:pt x="17872" y="15324"/>
                  </a:lnTo>
                  <a:lnTo>
                    <a:pt x="21098" y="15324"/>
                  </a:lnTo>
                  <a:cubicBezTo>
                    <a:pt x="21449" y="15324"/>
                    <a:pt x="21735" y="15039"/>
                    <a:pt x="21735" y="14687"/>
                  </a:cubicBezTo>
                  <a:cubicBezTo>
                    <a:pt x="21735" y="14335"/>
                    <a:pt x="21449" y="14051"/>
                    <a:pt x="21098" y="14051"/>
                  </a:cubicBezTo>
                  <a:lnTo>
                    <a:pt x="17872" y="14051"/>
                  </a:lnTo>
                  <a:lnTo>
                    <a:pt x="17872" y="12776"/>
                  </a:lnTo>
                  <a:lnTo>
                    <a:pt x="21098" y="12776"/>
                  </a:lnTo>
                  <a:cubicBezTo>
                    <a:pt x="21449" y="12776"/>
                    <a:pt x="21735" y="12492"/>
                    <a:pt x="21735" y="12140"/>
                  </a:cubicBezTo>
                  <a:cubicBezTo>
                    <a:pt x="21735" y="11788"/>
                    <a:pt x="21449" y="11503"/>
                    <a:pt x="21098" y="11503"/>
                  </a:cubicBezTo>
                  <a:lnTo>
                    <a:pt x="17872" y="11503"/>
                  </a:lnTo>
                  <a:lnTo>
                    <a:pt x="17872" y="10229"/>
                  </a:lnTo>
                  <a:lnTo>
                    <a:pt x="21098" y="10229"/>
                  </a:lnTo>
                  <a:cubicBezTo>
                    <a:pt x="21449" y="10229"/>
                    <a:pt x="21735" y="9945"/>
                    <a:pt x="21735" y="9593"/>
                  </a:cubicBezTo>
                  <a:cubicBezTo>
                    <a:pt x="21735" y="9241"/>
                    <a:pt x="21449" y="8956"/>
                    <a:pt x="21098" y="8956"/>
                  </a:cubicBezTo>
                  <a:lnTo>
                    <a:pt x="17872" y="8956"/>
                  </a:lnTo>
                  <a:lnTo>
                    <a:pt x="17872" y="7682"/>
                  </a:lnTo>
                  <a:lnTo>
                    <a:pt x="21098" y="7682"/>
                  </a:lnTo>
                  <a:cubicBezTo>
                    <a:pt x="21449" y="7682"/>
                    <a:pt x="21735" y="7397"/>
                    <a:pt x="21735" y="7045"/>
                  </a:cubicBezTo>
                  <a:cubicBezTo>
                    <a:pt x="21735" y="6693"/>
                    <a:pt x="21449" y="6409"/>
                    <a:pt x="21098" y="6409"/>
                  </a:cubicBezTo>
                  <a:lnTo>
                    <a:pt x="17872" y="6409"/>
                  </a:lnTo>
                  <a:lnTo>
                    <a:pt x="17872" y="5772"/>
                  </a:lnTo>
                  <a:cubicBezTo>
                    <a:pt x="17871" y="4718"/>
                    <a:pt x="17016" y="3863"/>
                    <a:pt x="15963" y="3862"/>
                  </a:cubicBezTo>
                  <a:lnTo>
                    <a:pt x="15326" y="3862"/>
                  </a:lnTo>
                  <a:lnTo>
                    <a:pt x="15326" y="637"/>
                  </a:lnTo>
                  <a:cubicBezTo>
                    <a:pt x="15326" y="285"/>
                    <a:pt x="15041" y="0"/>
                    <a:pt x="14689" y="0"/>
                  </a:cubicBezTo>
                  <a:cubicBezTo>
                    <a:pt x="14337" y="0"/>
                    <a:pt x="14052" y="285"/>
                    <a:pt x="14052" y="637"/>
                  </a:cubicBezTo>
                  <a:lnTo>
                    <a:pt x="14052" y="3862"/>
                  </a:lnTo>
                  <a:lnTo>
                    <a:pt x="12779" y="3862"/>
                  </a:lnTo>
                  <a:lnTo>
                    <a:pt x="12779" y="637"/>
                  </a:lnTo>
                  <a:cubicBezTo>
                    <a:pt x="12779" y="285"/>
                    <a:pt x="12493" y="0"/>
                    <a:pt x="12141" y="0"/>
                  </a:cubicBezTo>
                  <a:cubicBezTo>
                    <a:pt x="11789" y="0"/>
                    <a:pt x="11505" y="285"/>
                    <a:pt x="11505" y="637"/>
                  </a:cubicBezTo>
                  <a:lnTo>
                    <a:pt x="11505" y="3862"/>
                  </a:lnTo>
                  <a:lnTo>
                    <a:pt x="10232" y="3862"/>
                  </a:lnTo>
                  <a:lnTo>
                    <a:pt x="10232" y="637"/>
                  </a:lnTo>
                  <a:cubicBezTo>
                    <a:pt x="10232" y="285"/>
                    <a:pt x="9946" y="0"/>
                    <a:pt x="9594" y="0"/>
                  </a:cubicBezTo>
                  <a:cubicBezTo>
                    <a:pt x="9242" y="0"/>
                    <a:pt x="8958" y="285"/>
                    <a:pt x="8958" y="637"/>
                  </a:cubicBezTo>
                  <a:lnTo>
                    <a:pt x="8958" y="3862"/>
                  </a:lnTo>
                  <a:lnTo>
                    <a:pt x="7685" y="3862"/>
                  </a:lnTo>
                  <a:lnTo>
                    <a:pt x="7685" y="637"/>
                  </a:lnTo>
                  <a:cubicBezTo>
                    <a:pt x="7685" y="285"/>
                    <a:pt x="7399" y="0"/>
                    <a:pt x="70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45"/>
            <p:cNvSpPr/>
            <p:nvPr/>
          </p:nvSpPr>
          <p:spPr>
            <a:xfrm>
              <a:off x="667821" y="4767875"/>
              <a:ext cx="144385" cy="144391"/>
            </a:xfrm>
            <a:custGeom>
              <a:rect b="b" l="l" r="r" t="t"/>
              <a:pathLst>
                <a:path extrusionOk="0" h="8913" w="8914">
                  <a:moveTo>
                    <a:pt x="6366" y="1273"/>
                  </a:moveTo>
                  <a:lnTo>
                    <a:pt x="6366" y="1910"/>
                  </a:lnTo>
                  <a:cubicBezTo>
                    <a:pt x="6366" y="2261"/>
                    <a:pt x="6652" y="2546"/>
                    <a:pt x="7004" y="2546"/>
                  </a:cubicBezTo>
                  <a:lnTo>
                    <a:pt x="7641" y="2546"/>
                  </a:lnTo>
                  <a:lnTo>
                    <a:pt x="7641" y="6365"/>
                  </a:lnTo>
                  <a:lnTo>
                    <a:pt x="7004" y="6365"/>
                  </a:lnTo>
                  <a:cubicBezTo>
                    <a:pt x="6652" y="6365"/>
                    <a:pt x="6366" y="6651"/>
                    <a:pt x="6366" y="7003"/>
                  </a:cubicBezTo>
                  <a:lnTo>
                    <a:pt x="6366" y="7640"/>
                  </a:lnTo>
                  <a:lnTo>
                    <a:pt x="2546" y="7640"/>
                  </a:lnTo>
                  <a:lnTo>
                    <a:pt x="2546" y="7003"/>
                  </a:lnTo>
                  <a:cubicBezTo>
                    <a:pt x="2546" y="6651"/>
                    <a:pt x="2262" y="6365"/>
                    <a:pt x="1910" y="6365"/>
                  </a:cubicBezTo>
                  <a:lnTo>
                    <a:pt x="1275" y="6365"/>
                  </a:lnTo>
                  <a:lnTo>
                    <a:pt x="1275" y="2546"/>
                  </a:lnTo>
                  <a:lnTo>
                    <a:pt x="1911" y="2546"/>
                  </a:lnTo>
                  <a:cubicBezTo>
                    <a:pt x="2262" y="2546"/>
                    <a:pt x="2548" y="2262"/>
                    <a:pt x="2548" y="1910"/>
                  </a:cubicBezTo>
                  <a:lnTo>
                    <a:pt x="2548" y="1273"/>
                  </a:lnTo>
                  <a:close/>
                  <a:moveTo>
                    <a:pt x="1907" y="0"/>
                  </a:moveTo>
                  <a:cubicBezTo>
                    <a:pt x="1556" y="0"/>
                    <a:pt x="1273" y="286"/>
                    <a:pt x="1273" y="637"/>
                  </a:cubicBezTo>
                  <a:lnTo>
                    <a:pt x="1273" y="1273"/>
                  </a:lnTo>
                  <a:lnTo>
                    <a:pt x="637" y="1273"/>
                  </a:lnTo>
                  <a:cubicBezTo>
                    <a:pt x="285" y="1273"/>
                    <a:pt x="0" y="1558"/>
                    <a:pt x="0" y="1910"/>
                  </a:cubicBezTo>
                  <a:lnTo>
                    <a:pt x="0" y="7003"/>
                  </a:lnTo>
                  <a:cubicBezTo>
                    <a:pt x="0" y="7354"/>
                    <a:pt x="285" y="7640"/>
                    <a:pt x="637" y="7640"/>
                  </a:cubicBezTo>
                  <a:lnTo>
                    <a:pt x="1275" y="7640"/>
                  </a:lnTo>
                  <a:lnTo>
                    <a:pt x="1275" y="8276"/>
                  </a:lnTo>
                  <a:cubicBezTo>
                    <a:pt x="1273" y="8628"/>
                    <a:pt x="1559" y="8913"/>
                    <a:pt x="1911" y="8913"/>
                  </a:cubicBezTo>
                  <a:lnTo>
                    <a:pt x="7004" y="8913"/>
                  </a:lnTo>
                  <a:cubicBezTo>
                    <a:pt x="7355" y="8913"/>
                    <a:pt x="7641" y="8628"/>
                    <a:pt x="7641" y="8276"/>
                  </a:cubicBezTo>
                  <a:lnTo>
                    <a:pt x="7641" y="7640"/>
                  </a:lnTo>
                  <a:lnTo>
                    <a:pt x="8277" y="7640"/>
                  </a:lnTo>
                  <a:cubicBezTo>
                    <a:pt x="8628" y="7640"/>
                    <a:pt x="8914" y="7354"/>
                    <a:pt x="8914" y="7003"/>
                  </a:cubicBezTo>
                  <a:lnTo>
                    <a:pt x="8914" y="1910"/>
                  </a:lnTo>
                  <a:cubicBezTo>
                    <a:pt x="8914" y="1558"/>
                    <a:pt x="8628" y="1273"/>
                    <a:pt x="8277" y="1273"/>
                  </a:cubicBezTo>
                  <a:lnTo>
                    <a:pt x="7641" y="1273"/>
                  </a:lnTo>
                  <a:lnTo>
                    <a:pt x="7641" y="637"/>
                  </a:lnTo>
                  <a:cubicBezTo>
                    <a:pt x="7641" y="286"/>
                    <a:pt x="7356" y="0"/>
                    <a:pt x="7007" y="0"/>
                  </a:cubicBezTo>
                  <a:cubicBezTo>
                    <a:pt x="7006" y="0"/>
                    <a:pt x="7005" y="0"/>
                    <a:pt x="7004" y="0"/>
                  </a:cubicBezTo>
                  <a:lnTo>
                    <a:pt x="1910" y="0"/>
                  </a:lnTo>
                  <a:cubicBezTo>
                    <a:pt x="1909" y="0"/>
                    <a:pt x="1908" y="0"/>
                    <a:pt x="19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45"/>
          <p:cNvGrpSpPr/>
          <p:nvPr/>
        </p:nvGrpSpPr>
        <p:grpSpPr>
          <a:xfrm>
            <a:off x="4436591" y="2048726"/>
            <a:ext cx="270810" cy="371163"/>
            <a:chOff x="-38275925" y="1946600"/>
            <a:chExt cx="231600" cy="317450"/>
          </a:xfrm>
        </p:grpSpPr>
        <p:sp>
          <p:nvSpPr>
            <p:cNvPr id="834" name="Google Shape;834;p45"/>
            <p:cNvSpPr/>
            <p:nvPr/>
          </p:nvSpPr>
          <p:spPr>
            <a:xfrm>
              <a:off x="-38275925" y="1946600"/>
              <a:ext cx="231600" cy="317450"/>
            </a:xfrm>
            <a:custGeom>
              <a:rect b="b" l="l" r="r" t="t"/>
              <a:pathLst>
                <a:path extrusionOk="0" h="12698" w="9264">
                  <a:moveTo>
                    <a:pt x="4546" y="892"/>
                  </a:moveTo>
                  <a:cubicBezTo>
                    <a:pt x="4811" y="892"/>
                    <a:pt x="5082" y="920"/>
                    <a:pt x="5357" y="977"/>
                  </a:cubicBezTo>
                  <a:cubicBezTo>
                    <a:pt x="6964" y="1292"/>
                    <a:pt x="8287" y="2742"/>
                    <a:pt x="8287" y="4600"/>
                  </a:cubicBezTo>
                  <a:cubicBezTo>
                    <a:pt x="8287" y="5987"/>
                    <a:pt x="7531" y="7215"/>
                    <a:pt x="6396" y="7845"/>
                  </a:cubicBezTo>
                  <a:cubicBezTo>
                    <a:pt x="5987" y="8034"/>
                    <a:pt x="5798" y="8475"/>
                    <a:pt x="5798" y="8885"/>
                  </a:cubicBezTo>
                  <a:lnTo>
                    <a:pt x="5798" y="9169"/>
                  </a:lnTo>
                  <a:lnTo>
                    <a:pt x="3309" y="9169"/>
                  </a:lnTo>
                  <a:lnTo>
                    <a:pt x="3309" y="8854"/>
                  </a:lnTo>
                  <a:cubicBezTo>
                    <a:pt x="3309" y="8412"/>
                    <a:pt x="3088" y="8034"/>
                    <a:pt x="2679" y="7782"/>
                  </a:cubicBezTo>
                  <a:cubicBezTo>
                    <a:pt x="1545" y="7121"/>
                    <a:pt x="820" y="5955"/>
                    <a:pt x="820" y="4600"/>
                  </a:cubicBezTo>
                  <a:cubicBezTo>
                    <a:pt x="820" y="2536"/>
                    <a:pt x="2499" y="892"/>
                    <a:pt x="4546" y="892"/>
                  </a:cubicBezTo>
                  <a:close/>
                  <a:moveTo>
                    <a:pt x="5798" y="9956"/>
                  </a:moveTo>
                  <a:lnTo>
                    <a:pt x="5798" y="10681"/>
                  </a:lnTo>
                  <a:cubicBezTo>
                    <a:pt x="5798" y="10901"/>
                    <a:pt x="5609" y="11059"/>
                    <a:pt x="5357" y="11090"/>
                  </a:cubicBezTo>
                  <a:lnTo>
                    <a:pt x="3719" y="11090"/>
                  </a:lnTo>
                  <a:cubicBezTo>
                    <a:pt x="3467" y="11090"/>
                    <a:pt x="3309" y="10901"/>
                    <a:pt x="3277" y="10681"/>
                  </a:cubicBezTo>
                  <a:lnTo>
                    <a:pt x="3277" y="9956"/>
                  </a:lnTo>
                  <a:close/>
                  <a:moveTo>
                    <a:pt x="4443" y="1"/>
                  </a:moveTo>
                  <a:cubicBezTo>
                    <a:pt x="2049" y="32"/>
                    <a:pt x="1" y="2080"/>
                    <a:pt x="1" y="4600"/>
                  </a:cubicBezTo>
                  <a:cubicBezTo>
                    <a:pt x="1" y="6270"/>
                    <a:pt x="883" y="7719"/>
                    <a:pt x="2238" y="8539"/>
                  </a:cubicBezTo>
                  <a:cubicBezTo>
                    <a:pt x="2332" y="8570"/>
                    <a:pt x="2395" y="8696"/>
                    <a:pt x="2458" y="8759"/>
                  </a:cubicBezTo>
                  <a:lnTo>
                    <a:pt x="2458" y="10681"/>
                  </a:lnTo>
                  <a:cubicBezTo>
                    <a:pt x="2458" y="11216"/>
                    <a:pt x="2805" y="11689"/>
                    <a:pt x="3309" y="11847"/>
                  </a:cubicBezTo>
                  <a:cubicBezTo>
                    <a:pt x="3467" y="12351"/>
                    <a:pt x="3939" y="12697"/>
                    <a:pt x="4506" y="12697"/>
                  </a:cubicBezTo>
                  <a:cubicBezTo>
                    <a:pt x="5042" y="12697"/>
                    <a:pt x="5514" y="12351"/>
                    <a:pt x="5672" y="11847"/>
                  </a:cubicBezTo>
                  <a:cubicBezTo>
                    <a:pt x="6176" y="11689"/>
                    <a:pt x="6554" y="11216"/>
                    <a:pt x="6554" y="10681"/>
                  </a:cubicBezTo>
                  <a:lnTo>
                    <a:pt x="6554" y="8854"/>
                  </a:lnTo>
                  <a:cubicBezTo>
                    <a:pt x="6554" y="8728"/>
                    <a:pt x="6617" y="8570"/>
                    <a:pt x="6712" y="8507"/>
                  </a:cubicBezTo>
                  <a:cubicBezTo>
                    <a:pt x="8318" y="7593"/>
                    <a:pt x="9263" y="5735"/>
                    <a:pt x="8948" y="3750"/>
                  </a:cubicBezTo>
                  <a:cubicBezTo>
                    <a:pt x="8602" y="1702"/>
                    <a:pt x="6806" y="1"/>
                    <a:pt x="4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7875" lIns="117875" spcFirstLastPara="1" rIns="117875" wrap="square" tIns="117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-38235750" y="1989125"/>
              <a:ext cx="84300" cy="83525"/>
            </a:xfrm>
            <a:custGeom>
              <a:rect b="b" l="l" r="r" t="t"/>
              <a:pathLst>
                <a:path extrusionOk="0" h="3341" w="3372">
                  <a:moveTo>
                    <a:pt x="2931" y="1"/>
                  </a:moveTo>
                  <a:cubicBezTo>
                    <a:pt x="1355" y="1"/>
                    <a:pt x="64" y="1293"/>
                    <a:pt x="1" y="2899"/>
                  </a:cubicBezTo>
                  <a:cubicBezTo>
                    <a:pt x="1" y="3120"/>
                    <a:pt x="158" y="3340"/>
                    <a:pt x="410" y="3340"/>
                  </a:cubicBezTo>
                  <a:cubicBezTo>
                    <a:pt x="631" y="3340"/>
                    <a:pt x="851" y="3120"/>
                    <a:pt x="851" y="2899"/>
                  </a:cubicBezTo>
                  <a:cubicBezTo>
                    <a:pt x="883" y="1765"/>
                    <a:pt x="1796" y="820"/>
                    <a:pt x="2931" y="820"/>
                  </a:cubicBezTo>
                  <a:cubicBezTo>
                    <a:pt x="3151" y="820"/>
                    <a:pt x="3372" y="631"/>
                    <a:pt x="3372" y="379"/>
                  </a:cubicBezTo>
                  <a:cubicBezTo>
                    <a:pt x="3372" y="190"/>
                    <a:pt x="3151" y="1"/>
                    <a:pt x="29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17875" lIns="117875" spcFirstLastPara="1" rIns="117875" wrap="square" tIns="117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6"/>
          <p:cNvSpPr txBox="1"/>
          <p:nvPr>
            <p:ph type="title"/>
          </p:nvPr>
        </p:nvSpPr>
        <p:spPr>
          <a:xfrm>
            <a:off x="3943350" y="2343900"/>
            <a:ext cx="4849500" cy="18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Multi-Layer Safety (The "Golden Record")</a:t>
            </a:r>
            <a:endParaRPr sz="3800"/>
          </a:p>
        </p:txBody>
      </p:sp>
      <p:sp>
        <p:nvSpPr>
          <p:cNvPr id="841" name="Google Shape;841;p46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grpSp>
        <p:nvGrpSpPr>
          <p:cNvPr id="842" name="Google Shape;842;p46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843" name="Google Shape;843;p46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844" name="Google Shape;844;p46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46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46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46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46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46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46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46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46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46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46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46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856" name="Google Shape;856;p46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57" name="Google Shape;857;p46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4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Safety</a:t>
            </a:r>
            <a:endParaRPr/>
          </a:p>
        </p:txBody>
      </p:sp>
      <p:sp>
        <p:nvSpPr>
          <p:cNvPr id="863" name="Google Shape;863;p47"/>
          <p:cNvSpPr txBox="1"/>
          <p:nvPr>
            <p:ph idx="1" type="subTitle"/>
          </p:nvPr>
        </p:nvSpPr>
        <p:spPr>
          <a:xfrm>
            <a:off x="2110124" y="1716872"/>
            <a:ext cx="2229900" cy="8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and output moderation via </a:t>
            </a:r>
            <a:r>
              <a:rPr b="1" lang="en"/>
              <a:t>Azure AI Content Safety.</a:t>
            </a:r>
            <a:endParaRPr b="1"/>
          </a:p>
        </p:txBody>
      </p:sp>
      <p:sp>
        <p:nvSpPr>
          <p:cNvPr id="864" name="Google Shape;864;p47"/>
          <p:cNvSpPr txBox="1"/>
          <p:nvPr>
            <p:ph idx="5" type="subTitle"/>
          </p:nvPr>
        </p:nvSpPr>
        <p:spPr>
          <a:xfrm>
            <a:off x="2110125" y="1423250"/>
            <a:ext cx="2314200" cy="3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Layer 1 (Content Safety)</a:t>
            </a:r>
            <a:endParaRPr sz="1500"/>
          </a:p>
        </p:txBody>
      </p:sp>
      <p:sp>
        <p:nvSpPr>
          <p:cNvPr id="865" name="Google Shape;865;p47"/>
          <p:cNvSpPr/>
          <p:nvPr/>
        </p:nvSpPr>
        <p:spPr>
          <a:xfrm>
            <a:off x="1459376" y="1546077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7"/>
          <p:cNvSpPr/>
          <p:nvPr/>
        </p:nvSpPr>
        <p:spPr>
          <a:xfrm>
            <a:off x="2848726" y="3312399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7"/>
          <p:cNvSpPr/>
          <p:nvPr/>
        </p:nvSpPr>
        <p:spPr>
          <a:xfrm>
            <a:off x="5218445" y="1546071"/>
            <a:ext cx="650748" cy="557800"/>
          </a:xfrm>
          <a:custGeom>
            <a:rect b="b" l="l" r="r" t="t"/>
            <a:pathLst>
              <a:path extrusionOk="0" h="13151" w="15184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76237">
            <a:off x="4056499" y="3986073"/>
            <a:ext cx="1200151" cy="12001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grpSp>
        <p:nvGrpSpPr>
          <p:cNvPr id="869" name="Google Shape;869;p47"/>
          <p:cNvGrpSpPr/>
          <p:nvPr/>
        </p:nvGrpSpPr>
        <p:grpSpPr>
          <a:xfrm>
            <a:off x="1603268" y="1719518"/>
            <a:ext cx="362957" cy="210936"/>
            <a:chOff x="3906398" y="2371004"/>
            <a:chExt cx="354936" cy="206275"/>
          </a:xfrm>
        </p:grpSpPr>
        <p:sp>
          <p:nvSpPr>
            <p:cNvPr id="870" name="Google Shape;870;p47"/>
            <p:cNvSpPr/>
            <p:nvPr/>
          </p:nvSpPr>
          <p:spPr>
            <a:xfrm>
              <a:off x="4052953" y="2432856"/>
              <a:ext cx="64320" cy="61916"/>
            </a:xfrm>
            <a:custGeom>
              <a:rect b="b" l="l" r="r" t="t"/>
              <a:pathLst>
                <a:path extrusionOk="0" h="3822" w="3971">
                  <a:moveTo>
                    <a:pt x="1909" y="1274"/>
                  </a:moveTo>
                  <a:cubicBezTo>
                    <a:pt x="2167" y="1274"/>
                    <a:pt x="2399" y="1429"/>
                    <a:pt x="2498" y="1667"/>
                  </a:cubicBezTo>
                  <a:cubicBezTo>
                    <a:pt x="2596" y="1905"/>
                    <a:pt x="2541" y="2178"/>
                    <a:pt x="2359" y="2360"/>
                  </a:cubicBezTo>
                  <a:cubicBezTo>
                    <a:pt x="2238" y="2482"/>
                    <a:pt x="2075" y="2547"/>
                    <a:pt x="1910" y="2547"/>
                  </a:cubicBezTo>
                  <a:cubicBezTo>
                    <a:pt x="1828" y="2547"/>
                    <a:pt x="1745" y="2531"/>
                    <a:pt x="1665" y="2498"/>
                  </a:cubicBezTo>
                  <a:cubicBezTo>
                    <a:pt x="1427" y="2400"/>
                    <a:pt x="1272" y="2167"/>
                    <a:pt x="1272" y="1910"/>
                  </a:cubicBezTo>
                  <a:cubicBezTo>
                    <a:pt x="1272" y="1559"/>
                    <a:pt x="1558" y="1274"/>
                    <a:pt x="1909" y="1274"/>
                  </a:cubicBezTo>
                  <a:close/>
                  <a:moveTo>
                    <a:pt x="1910" y="1"/>
                  </a:moveTo>
                  <a:cubicBezTo>
                    <a:pt x="1664" y="1"/>
                    <a:pt x="1416" y="48"/>
                    <a:pt x="1180" y="147"/>
                  </a:cubicBezTo>
                  <a:cubicBezTo>
                    <a:pt x="465" y="442"/>
                    <a:pt x="1" y="1139"/>
                    <a:pt x="1" y="1910"/>
                  </a:cubicBezTo>
                  <a:cubicBezTo>
                    <a:pt x="1" y="2965"/>
                    <a:pt x="856" y="3820"/>
                    <a:pt x="1910" y="3821"/>
                  </a:cubicBezTo>
                  <a:lnTo>
                    <a:pt x="1910" y="3821"/>
                  </a:lnTo>
                  <a:cubicBezTo>
                    <a:pt x="2682" y="3821"/>
                    <a:pt x="3379" y="3356"/>
                    <a:pt x="3674" y="2642"/>
                  </a:cubicBezTo>
                  <a:cubicBezTo>
                    <a:pt x="3971" y="1929"/>
                    <a:pt x="3806" y="1107"/>
                    <a:pt x="3261" y="561"/>
                  </a:cubicBezTo>
                  <a:cubicBezTo>
                    <a:pt x="2896" y="195"/>
                    <a:pt x="2407" y="1"/>
                    <a:pt x="1910" y="1"/>
                  </a:cubicBezTo>
                  <a:close/>
                  <a:moveTo>
                    <a:pt x="1910" y="3821"/>
                  </a:moveTo>
                  <a:cubicBezTo>
                    <a:pt x="1910" y="3821"/>
                    <a:pt x="1909" y="3821"/>
                    <a:pt x="1909" y="3821"/>
                  </a:cubicBezTo>
                  <a:lnTo>
                    <a:pt x="1910" y="3821"/>
                  </a:lnTo>
                  <a:cubicBezTo>
                    <a:pt x="1910" y="3821"/>
                    <a:pt x="1910" y="3821"/>
                    <a:pt x="1910" y="382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47"/>
            <p:cNvSpPr/>
            <p:nvPr/>
          </p:nvSpPr>
          <p:spPr>
            <a:xfrm>
              <a:off x="3906398" y="2371004"/>
              <a:ext cx="354936" cy="206275"/>
            </a:xfrm>
            <a:custGeom>
              <a:rect b="b" l="l" r="r" t="t"/>
              <a:pathLst>
                <a:path extrusionOk="0" h="12733" w="21913">
                  <a:moveTo>
                    <a:pt x="10957" y="2546"/>
                  </a:moveTo>
                  <a:cubicBezTo>
                    <a:pt x="12713" y="2546"/>
                    <a:pt x="14141" y="3974"/>
                    <a:pt x="14141" y="5728"/>
                  </a:cubicBezTo>
                  <a:cubicBezTo>
                    <a:pt x="14141" y="7484"/>
                    <a:pt x="12713" y="8912"/>
                    <a:pt x="10957" y="8912"/>
                  </a:cubicBezTo>
                  <a:cubicBezTo>
                    <a:pt x="9202" y="8912"/>
                    <a:pt x="7775" y="7484"/>
                    <a:pt x="7775" y="5728"/>
                  </a:cubicBezTo>
                  <a:cubicBezTo>
                    <a:pt x="7775" y="3974"/>
                    <a:pt x="9202" y="2546"/>
                    <a:pt x="10957" y="2546"/>
                  </a:cubicBezTo>
                  <a:close/>
                  <a:moveTo>
                    <a:pt x="10842" y="1274"/>
                  </a:moveTo>
                  <a:lnTo>
                    <a:pt x="10842" y="1274"/>
                  </a:lnTo>
                  <a:cubicBezTo>
                    <a:pt x="8437" y="1335"/>
                    <a:pt x="6500" y="3311"/>
                    <a:pt x="6500" y="5728"/>
                  </a:cubicBezTo>
                  <a:cubicBezTo>
                    <a:pt x="6500" y="8186"/>
                    <a:pt x="8500" y="10185"/>
                    <a:pt x="10957" y="10185"/>
                  </a:cubicBezTo>
                  <a:cubicBezTo>
                    <a:pt x="13414" y="10185"/>
                    <a:pt x="15414" y="8186"/>
                    <a:pt x="15414" y="5728"/>
                  </a:cubicBezTo>
                  <a:cubicBezTo>
                    <a:pt x="15414" y="3311"/>
                    <a:pt x="13476" y="1335"/>
                    <a:pt x="11072" y="1274"/>
                  </a:cubicBezTo>
                  <a:lnTo>
                    <a:pt x="11072" y="1274"/>
                  </a:lnTo>
                  <a:cubicBezTo>
                    <a:pt x="13498" y="1305"/>
                    <a:pt x="15830" y="2311"/>
                    <a:pt x="18006" y="4268"/>
                  </a:cubicBezTo>
                  <a:cubicBezTo>
                    <a:pt x="18683" y="4880"/>
                    <a:pt x="19309" y="5550"/>
                    <a:pt x="19877" y="6267"/>
                  </a:cubicBezTo>
                  <a:cubicBezTo>
                    <a:pt x="18505" y="7822"/>
                    <a:pt x="15296" y="11458"/>
                    <a:pt x="10957" y="11458"/>
                  </a:cubicBezTo>
                  <a:cubicBezTo>
                    <a:pt x="6619" y="11458"/>
                    <a:pt x="3409" y="7822"/>
                    <a:pt x="2037" y="6267"/>
                  </a:cubicBezTo>
                  <a:cubicBezTo>
                    <a:pt x="2597" y="5559"/>
                    <a:pt x="3215" y="4899"/>
                    <a:pt x="3883" y="4293"/>
                  </a:cubicBezTo>
                  <a:lnTo>
                    <a:pt x="3883" y="4291"/>
                  </a:lnTo>
                  <a:cubicBezTo>
                    <a:pt x="6065" y="2320"/>
                    <a:pt x="8406" y="1305"/>
                    <a:pt x="10842" y="1274"/>
                  </a:cubicBezTo>
                  <a:close/>
                  <a:moveTo>
                    <a:pt x="10957" y="0"/>
                  </a:moveTo>
                  <a:cubicBezTo>
                    <a:pt x="7936" y="0"/>
                    <a:pt x="5243" y="1346"/>
                    <a:pt x="3028" y="3348"/>
                  </a:cubicBezTo>
                  <a:cubicBezTo>
                    <a:pt x="1733" y="4518"/>
                    <a:pt x="654" y="5898"/>
                    <a:pt x="183" y="6672"/>
                  </a:cubicBezTo>
                  <a:cubicBezTo>
                    <a:pt x="0" y="6972"/>
                    <a:pt x="97" y="7364"/>
                    <a:pt x="397" y="7547"/>
                  </a:cubicBezTo>
                  <a:lnTo>
                    <a:pt x="399" y="7547"/>
                  </a:lnTo>
                  <a:cubicBezTo>
                    <a:pt x="502" y="7609"/>
                    <a:pt x="615" y="7639"/>
                    <a:pt x="728" y="7639"/>
                  </a:cubicBezTo>
                  <a:cubicBezTo>
                    <a:pt x="943" y="7639"/>
                    <a:pt x="1153" y="7530"/>
                    <a:pt x="1273" y="7332"/>
                  </a:cubicBezTo>
                  <a:cubicBezTo>
                    <a:pt x="1273" y="7331"/>
                    <a:pt x="1275" y="7330"/>
                    <a:pt x="1276" y="7328"/>
                  </a:cubicBezTo>
                  <a:cubicBezTo>
                    <a:pt x="2856" y="9109"/>
                    <a:pt x="6246" y="12732"/>
                    <a:pt x="10957" y="12732"/>
                  </a:cubicBezTo>
                  <a:cubicBezTo>
                    <a:pt x="15669" y="12732"/>
                    <a:pt x="19058" y="9109"/>
                    <a:pt x="20638" y="7328"/>
                  </a:cubicBezTo>
                  <a:lnTo>
                    <a:pt x="20642" y="7332"/>
                  </a:lnTo>
                  <a:cubicBezTo>
                    <a:pt x="20761" y="7530"/>
                    <a:pt x="20971" y="7639"/>
                    <a:pt x="21186" y="7639"/>
                  </a:cubicBezTo>
                  <a:cubicBezTo>
                    <a:pt x="21299" y="7639"/>
                    <a:pt x="21413" y="7609"/>
                    <a:pt x="21516" y="7547"/>
                  </a:cubicBezTo>
                  <a:cubicBezTo>
                    <a:pt x="21817" y="7364"/>
                    <a:pt x="21912" y="6972"/>
                    <a:pt x="21730" y="6672"/>
                  </a:cubicBezTo>
                  <a:cubicBezTo>
                    <a:pt x="21203" y="5804"/>
                    <a:pt x="20111" y="4454"/>
                    <a:pt x="18885" y="3348"/>
                  </a:cubicBezTo>
                  <a:cubicBezTo>
                    <a:pt x="16671" y="1346"/>
                    <a:pt x="13978" y="0"/>
                    <a:pt x="109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2" name="Google Shape;872;p47"/>
          <p:cNvSpPr txBox="1"/>
          <p:nvPr>
            <p:ph idx="1" type="subTitle"/>
          </p:nvPr>
        </p:nvSpPr>
        <p:spPr>
          <a:xfrm>
            <a:off x="5897700" y="1666550"/>
            <a:ext cx="2607900" cy="108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/>
              <a:t>Custom lab safety rules to block hazardous modifications and high-reactivity suggestions.</a:t>
            </a:r>
            <a:endParaRPr b="1"/>
          </a:p>
        </p:txBody>
      </p:sp>
      <p:sp>
        <p:nvSpPr>
          <p:cNvPr id="873" name="Google Shape;873;p47"/>
          <p:cNvSpPr txBox="1"/>
          <p:nvPr>
            <p:ph idx="5" type="subTitle"/>
          </p:nvPr>
        </p:nvSpPr>
        <p:spPr>
          <a:xfrm>
            <a:off x="5897700" y="1372928"/>
            <a:ext cx="2314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Layer 2 (Backend Logic)</a:t>
            </a:r>
            <a:endParaRPr sz="1500"/>
          </a:p>
        </p:txBody>
      </p:sp>
      <p:grpSp>
        <p:nvGrpSpPr>
          <p:cNvPr id="874" name="Google Shape;874;p47"/>
          <p:cNvGrpSpPr/>
          <p:nvPr/>
        </p:nvGrpSpPr>
        <p:grpSpPr>
          <a:xfrm>
            <a:off x="5405680" y="1687219"/>
            <a:ext cx="276270" cy="275513"/>
            <a:chOff x="-2571737" y="2403625"/>
            <a:chExt cx="292225" cy="291425"/>
          </a:xfrm>
        </p:grpSpPr>
        <p:sp>
          <p:nvSpPr>
            <p:cNvPr id="875" name="Google Shape;875;p47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47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47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47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47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47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47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47"/>
          <p:cNvSpPr txBox="1"/>
          <p:nvPr>
            <p:ph idx="1" type="subTitle"/>
          </p:nvPr>
        </p:nvSpPr>
        <p:spPr>
          <a:xfrm>
            <a:off x="3499474" y="3418572"/>
            <a:ext cx="2229900" cy="80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UI-level blocking prevents unsafe prompts from ever reaching the backend.</a:t>
            </a:r>
            <a:endParaRPr b="1"/>
          </a:p>
        </p:txBody>
      </p:sp>
      <p:sp>
        <p:nvSpPr>
          <p:cNvPr id="883" name="Google Shape;883;p47"/>
          <p:cNvSpPr txBox="1"/>
          <p:nvPr>
            <p:ph idx="5" type="subTitle"/>
          </p:nvPr>
        </p:nvSpPr>
        <p:spPr>
          <a:xfrm>
            <a:off x="3499475" y="3124953"/>
            <a:ext cx="2314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Layer 3 (Frontend Guard)</a:t>
            </a:r>
            <a:endParaRPr sz="1500"/>
          </a:p>
        </p:txBody>
      </p:sp>
      <p:grpSp>
        <p:nvGrpSpPr>
          <p:cNvPr id="884" name="Google Shape;884;p47"/>
          <p:cNvGrpSpPr/>
          <p:nvPr/>
        </p:nvGrpSpPr>
        <p:grpSpPr>
          <a:xfrm>
            <a:off x="2992739" y="3430813"/>
            <a:ext cx="362709" cy="320982"/>
            <a:chOff x="1154806" y="4245976"/>
            <a:chExt cx="375358" cy="332177"/>
          </a:xfrm>
        </p:grpSpPr>
        <p:sp>
          <p:nvSpPr>
            <p:cNvPr id="885" name="Google Shape;885;p47"/>
            <p:cNvSpPr/>
            <p:nvPr/>
          </p:nvSpPr>
          <p:spPr>
            <a:xfrm>
              <a:off x="1303984" y="4400315"/>
              <a:ext cx="67158" cy="95531"/>
            </a:xfrm>
            <a:custGeom>
              <a:rect b="b" l="l" r="r" t="t"/>
              <a:pathLst>
                <a:path extrusionOk="0" h="5143" w="3615">
                  <a:moveTo>
                    <a:pt x="1807" y="1196"/>
                  </a:moveTo>
                  <a:cubicBezTo>
                    <a:pt x="2147" y="1196"/>
                    <a:pt x="2425" y="1469"/>
                    <a:pt x="2431" y="1810"/>
                  </a:cubicBezTo>
                  <a:lnTo>
                    <a:pt x="2431" y="2465"/>
                  </a:lnTo>
                  <a:lnTo>
                    <a:pt x="1184" y="2464"/>
                  </a:lnTo>
                  <a:lnTo>
                    <a:pt x="1184" y="1810"/>
                  </a:lnTo>
                  <a:cubicBezTo>
                    <a:pt x="1188" y="1469"/>
                    <a:pt x="1466" y="1196"/>
                    <a:pt x="1807" y="1196"/>
                  </a:cubicBezTo>
                  <a:close/>
                  <a:moveTo>
                    <a:pt x="1807" y="0"/>
                  </a:moveTo>
                  <a:cubicBezTo>
                    <a:pt x="809" y="2"/>
                    <a:pt x="0" y="811"/>
                    <a:pt x="0" y="1810"/>
                  </a:cubicBezTo>
                  <a:lnTo>
                    <a:pt x="0" y="5142"/>
                  </a:lnTo>
                  <a:lnTo>
                    <a:pt x="1184" y="5142"/>
                  </a:lnTo>
                  <a:lnTo>
                    <a:pt x="1184" y="3648"/>
                  </a:lnTo>
                  <a:lnTo>
                    <a:pt x="2431" y="3648"/>
                  </a:lnTo>
                  <a:lnTo>
                    <a:pt x="2431" y="5142"/>
                  </a:lnTo>
                  <a:lnTo>
                    <a:pt x="3615" y="5142"/>
                  </a:lnTo>
                  <a:lnTo>
                    <a:pt x="3615" y="1810"/>
                  </a:lnTo>
                  <a:cubicBezTo>
                    <a:pt x="3613" y="811"/>
                    <a:pt x="2804" y="3"/>
                    <a:pt x="1807" y="2"/>
                  </a:cubicBezTo>
                  <a:lnTo>
                    <a:pt x="18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47"/>
            <p:cNvSpPr/>
            <p:nvPr/>
          </p:nvSpPr>
          <p:spPr>
            <a:xfrm>
              <a:off x="1154806" y="4245976"/>
              <a:ext cx="375358" cy="332177"/>
            </a:xfrm>
            <a:custGeom>
              <a:rect b="b" l="l" r="r" t="t"/>
              <a:pathLst>
                <a:path extrusionOk="0" h="17883" w="20205">
                  <a:moveTo>
                    <a:pt x="13394" y="1184"/>
                  </a:moveTo>
                  <a:lnTo>
                    <a:pt x="11167" y="3872"/>
                  </a:lnTo>
                  <a:lnTo>
                    <a:pt x="1184" y="3872"/>
                  </a:lnTo>
                  <a:lnTo>
                    <a:pt x="1184" y="1184"/>
                  </a:lnTo>
                  <a:close/>
                  <a:moveTo>
                    <a:pt x="19020" y="1184"/>
                  </a:moveTo>
                  <a:lnTo>
                    <a:pt x="19020" y="16697"/>
                  </a:lnTo>
                  <a:lnTo>
                    <a:pt x="1184" y="16697"/>
                  </a:lnTo>
                  <a:lnTo>
                    <a:pt x="1184" y="5056"/>
                  </a:lnTo>
                  <a:lnTo>
                    <a:pt x="11722" y="5056"/>
                  </a:lnTo>
                  <a:lnTo>
                    <a:pt x="14931" y="1184"/>
                  </a:lnTo>
                  <a:close/>
                  <a:moveTo>
                    <a:pt x="1" y="1"/>
                  </a:moveTo>
                  <a:lnTo>
                    <a:pt x="1" y="17882"/>
                  </a:lnTo>
                  <a:lnTo>
                    <a:pt x="20204" y="17882"/>
                  </a:lnTo>
                  <a:lnTo>
                    <a:pt x="202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47"/>
            <p:cNvSpPr/>
            <p:nvPr/>
          </p:nvSpPr>
          <p:spPr>
            <a:xfrm>
              <a:off x="1201956" y="4281974"/>
              <a:ext cx="22014" cy="22123"/>
            </a:xfrm>
            <a:custGeom>
              <a:rect b="b" l="l" r="r" t="t"/>
              <a:pathLst>
                <a:path extrusionOk="0" h="1191" w="1185">
                  <a:moveTo>
                    <a:pt x="1" y="0"/>
                  </a:moveTo>
                  <a:lnTo>
                    <a:pt x="1" y="1190"/>
                  </a:lnTo>
                  <a:lnTo>
                    <a:pt x="1185" y="119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7"/>
            <p:cNvSpPr/>
            <p:nvPr/>
          </p:nvSpPr>
          <p:spPr>
            <a:xfrm>
              <a:off x="1242529" y="4281974"/>
              <a:ext cx="22014" cy="22123"/>
            </a:xfrm>
            <a:custGeom>
              <a:rect b="b" l="l" r="r" t="t"/>
              <a:pathLst>
                <a:path extrusionOk="0" h="1191" w="1185">
                  <a:moveTo>
                    <a:pt x="1" y="0"/>
                  </a:moveTo>
                  <a:lnTo>
                    <a:pt x="1" y="1190"/>
                  </a:lnTo>
                  <a:lnTo>
                    <a:pt x="1185" y="119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47"/>
            <p:cNvSpPr/>
            <p:nvPr/>
          </p:nvSpPr>
          <p:spPr>
            <a:xfrm>
              <a:off x="1283084" y="4281974"/>
              <a:ext cx="22014" cy="22123"/>
            </a:xfrm>
            <a:custGeom>
              <a:rect b="b" l="l" r="r" t="t"/>
              <a:pathLst>
                <a:path extrusionOk="0" h="1191" w="1185">
                  <a:moveTo>
                    <a:pt x="1" y="0"/>
                  </a:moveTo>
                  <a:lnTo>
                    <a:pt x="1" y="1190"/>
                  </a:lnTo>
                  <a:lnTo>
                    <a:pt x="1185" y="119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47"/>
            <p:cNvSpPr/>
            <p:nvPr/>
          </p:nvSpPr>
          <p:spPr>
            <a:xfrm>
              <a:off x="1203405" y="4359488"/>
              <a:ext cx="278179" cy="175738"/>
            </a:xfrm>
            <a:custGeom>
              <a:rect b="b" l="l" r="r" t="t"/>
              <a:pathLst>
                <a:path extrusionOk="0" h="9461" w="14974">
                  <a:moveTo>
                    <a:pt x="13790" y="1184"/>
                  </a:moveTo>
                  <a:lnTo>
                    <a:pt x="13790" y="8276"/>
                  </a:lnTo>
                  <a:lnTo>
                    <a:pt x="1184" y="8276"/>
                  </a:lnTo>
                  <a:lnTo>
                    <a:pt x="1184" y="1184"/>
                  </a:lnTo>
                  <a:close/>
                  <a:moveTo>
                    <a:pt x="0" y="0"/>
                  </a:moveTo>
                  <a:lnTo>
                    <a:pt x="0" y="9460"/>
                  </a:lnTo>
                  <a:lnTo>
                    <a:pt x="14974" y="9460"/>
                  </a:lnTo>
                  <a:lnTo>
                    <a:pt x="149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8"/>
          <p:cNvSpPr txBox="1"/>
          <p:nvPr>
            <p:ph type="title"/>
          </p:nvPr>
        </p:nvSpPr>
        <p:spPr>
          <a:xfrm>
            <a:off x="3943350" y="2343900"/>
            <a:ext cx="48495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Technical Flow &amp; Design Decisions</a:t>
            </a:r>
            <a:endParaRPr sz="3800"/>
          </a:p>
        </p:txBody>
      </p:sp>
      <p:sp>
        <p:nvSpPr>
          <p:cNvPr id="896" name="Google Shape;896;p48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</a:t>
            </a:r>
            <a:endParaRPr/>
          </a:p>
        </p:txBody>
      </p:sp>
      <p:grpSp>
        <p:nvGrpSpPr>
          <p:cNvPr id="897" name="Google Shape;897;p48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898" name="Google Shape;898;p48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899" name="Google Shape;899;p48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48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48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48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48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48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48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48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48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48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0" name="Google Shape;910;p48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911" name="Google Shape;911;p48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12" name="Google Shape;912;p48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9"/>
          <p:cNvSpPr txBox="1"/>
          <p:nvPr>
            <p:ph idx="1" type="subTitle"/>
          </p:nvPr>
        </p:nvSpPr>
        <p:spPr>
          <a:xfrm>
            <a:off x="713225" y="3167679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Purposefully removed complex RAG layers and over-engineered orchestration to focus on speed and reliability.</a:t>
            </a:r>
            <a:endParaRPr/>
          </a:p>
        </p:txBody>
      </p:sp>
      <p:sp>
        <p:nvSpPr>
          <p:cNvPr id="918" name="Google Shape;918;p49"/>
          <p:cNvSpPr txBox="1"/>
          <p:nvPr>
            <p:ph idx="2" type="subTitle"/>
          </p:nvPr>
        </p:nvSpPr>
        <p:spPr>
          <a:xfrm>
            <a:off x="713225" y="278728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Design</a:t>
            </a:r>
            <a:endParaRPr/>
          </a:p>
        </p:txBody>
      </p:sp>
      <p:sp>
        <p:nvSpPr>
          <p:cNvPr id="919" name="Google Shape;919;p49"/>
          <p:cNvSpPr txBox="1"/>
          <p:nvPr>
            <p:ph idx="4" type="subTitle"/>
          </p:nvPr>
        </p:nvSpPr>
        <p:spPr>
          <a:xfrm>
            <a:off x="3418028" y="3167679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response is formatted for UI rendering, ensuring explainability for the researcher.</a:t>
            </a:r>
            <a:endParaRPr/>
          </a:p>
        </p:txBody>
      </p:sp>
      <p:sp>
        <p:nvSpPr>
          <p:cNvPr id="920" name="Google Shape;920;p49"/>
          <p:cNvSpPr txBox="1"/>
          <p:nvPr>
            <p:ph idx="5" type="subTitle"/>
          </p:nvPr>
        </p:nvSpPr>
        <p:spPr>
          <a:xfrm>
            <a:off x="3418028" y="278728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Structured Output</a:t>
            </a:r>
            <a:endParaRPr/>
          </a:p>
        </p:txBody>
      </p:sp>
      <p:sp>
        <p:nvSpPr>
          <p:cNvPr id="921" name="Google Shape;921;p49"/>
          <p:cNvSpPr txBox="1"/>
          <p:nvPr>
            <p:ph idx="7" type="subTitle"/>
          </p:nvPr>
        </p:nvSpPr>
        <p:spPr>
          <a:xfrm>
            <a:off x="6122830" y="3167679"/>
            <a:ext cx="23082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Validations are performed at every stage of the process, from input validation to final structured JSON output.</a:t>
            </a:r>
            <a:endParaRPr/>
          </a:p>
        </p:txBody>
      </p:sp>
      <p:sp>
        <p:nvSpPr>
          <p:cNvPr id="922" name="Google Shape;922;p49"/>
          <p:cNvSpPr txBox="1"/>
          <p:nvPr>
            <p:ph idx="8" type="subTitle"/>
          </p:nvPr>
        </p:nvSpPr>
        <p:spPr>
          <a:xfrm>
            <a:off x="6122830" y="2787280"/>
            <a:ext cx="2308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Safe-by-Design</a:t>
            </a:r>
            <a:endParaRPr/>
          </a:p>
        </p:txBody>
      </p:sp>
      <p:sp>
        <p:nvSpPr>
          <p:cNvPr id="923" name="Google Shape;923;p49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Decisions</a:t>
            </a:r>
            <a:endParaRPr/>
          </a:p>
        </p:txBody>
      </p:sp>
      <p:sp>
        <p:nvSpPr>
          <p:cNvPr id="924" name="Google Shape;924;p49"/>
          <p:cNvSpPr/>
          <p:nvPr/>
        </p:nvSpPr>
        <p:spPr>
          <a:xfrm>
            <a:off x="1249475" y="1396200"/>
            <a:ext cx="1235700" cy="1235700"/>
          </a:xfrm>
          <a:prstGeom prst="ellipse">
            <a:avLst/>
          </a:prstGeom>
          <a:solidFill>
            <a:schemeClr val="accent3">
              <a:alpha val="21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9"/>
          <p:cNvSpPr/>
          <p:nvPr/>
        </p:nvSpPr>
        <p:spPr>
          <a:xfrm>
            <a:off x="3954278" y="1396200"/>
            <a:ext cx="1235700" cy="1235700"/>
          </a:xfrm>
          <a:prstGeom prst="ellipse">
            <a:avLst/>
          </a:prstGeom>
          <a:solidFill>
            <a:schemeClr val="accent3">
              <a:alpha val="21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9"/>
          <p:cNvSpPr/>
          <p:nvPr/>
        </p:nvSpPr>
        <p:spPr>
          <a:xfrm>
            <a:off x="6659080" y="1396200"/>
            <a:ext cx="1235700" cy="1235700"/>
          </a:xfrm>
          <a:prstGeom prst="ellipse">
            <a:avLst/>
          </a:prstGeom>
          <a:solidFill>
            <a:schemeClr val="accent3">
              <a:alpha val="2152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9"/>
          <p:cNvSpPr/>
          <p:nvPr/>
        </p:nvSpPr>
        <p:spPr>
          <a:xfrm>
            <a:off x="4176360" y="1619100"/>
            <a:ext cx="800420" cy="798778"/>
          </a:xfrm>
          <a:custGeom>
            <a:rect b="b" l="l" r="r" t="t"/>
            <a:pathLst>
              <a:path extrusionOk="0" h="11480" w="11504">
                <a:moveTo>
                  <a:pt x="5431" y="691"/>
                </a:moveTo>
                <a:lnTo>
                  <a:pt x="5431" y="2501"/>
                </a:lnTo>
                <a:cubicBezTo>
                  <a:pt x="5645" y="2382"/>
                  <a:pt x="5955" y="2216"/>
                  <a:pt x="6240" y="2216"/>
                </a:cubicBezTo>
                <a:cubicBezTo>
                  <a:pt x="6693" y="2216"/>
                  <a:pt x="7050" y="2573"/>
                  <a:pt x="7050" y="3025"/>
                </a:cubicBezTo>
                <a:cubicBezTo>
                  <a:pt x="7050" y="3478"/>
                  <a:pt x="6693" y="3835"/>
                  <a:pt x="6240" y="3835"/>
                </a:cubicBezTo>
                <a:cubicBezTo>
                  <a:pt x="6002" y="3835"/>
                  <a:pt x="5669" y="3692"/>
                  <a:pt x="5431" y="3573"/>
                </a:cubicBezTo>
                <a:lnTo>
                  <a:pt x="5431" y="5383"/>
                </a:lnTo>
                <a:lnTo>
                  <a:pt x="4573" y="5383"/>
                </a:lnTo>
                <a:cubicBezTo>
                  <a:pt x="4621" y="4525"/>
                  <a:pt x="3954" y="3763"/>
                  <a:pt x="3073" y="3763"/>
                </a:cubicBezTo>
                <a:cubicBezTo>
                  <a:pt x="2239" y="3763"/>
                  <a:pt x="1525" y="4525"/>
                  <a:pt x="1596" y="5383"/>
                </a:cubicBezTo>
                <a:lnTo>
                  <a:pt x="692" y="5383"/>
                </a:lnTo>
                <a:lnTo>
                  <a:pt x="692" y="691"/>
                </a:lnTo>
                <a:close/>
                <a:moveTo>
                  <a:pt x="10884" y="644"/>
                </a:moveTo>
                <a:lnTo>
                  <a:pt x="10884" y="5383"/>
                </a:lnTo>
                <a:lnTo>
                  <a:pt x="9027" y="5383"/>
                </a:lnTo>
                <a:lnTo>
                  <a:pt x="9027" y="5407"/>
                </a:lnTo>
                <a:cubicBezTo>
                  <a:pt x="9146" y="5621"/>
                  <a:pt x="9312" y="5954"/>
                  <a:pt x="9312" y="6192"/>
                </a:cubicBezTo>
                <a:cubicBezTo>
                  <a:pt x="9312" y="6645"/>
                  <a:pt x="8955" y="7002"/>
                  <a:pt x="8503" y="7002"/>
                </a:cubicBezTo>
                <a:cubicBezTo>
                  <a:pt x="8050" y="7002"/>
                  <a:pt x="7693" y="6645"/>
                  <a:pt x="7693" y="6192"/>
                </a:cubicBezTo>
                <a:cubicBezTo>
                  <a:pt x="7693" y="5954"/>
                  <a:pt x="7836" y="5621"/>
                  <a:pt x="7955" y="5407"/>
                </a:cubicBezTo>
                <a:lnTo>
                  <a:pt x="6145" y="5407"/>
                </a:lnTo>
                <a:lnTo>
                  <a:pt x="6145" y="4525"/>
                </a:lnTo>
                <a:cubicBezTo>
                  <a:pt x="6174" y="4527"/>
                  <a:pt x="6203" y="4528"/>
                  <a:pt x="6231" y="4528"/>
                </a:cubicBezTo>
                <a:cubicBezTo>
                  <a:pt x="7051" y="4528"/>
                  <a:pt x="7741" y="3877"/>
                  <a:pt x="7741" y="3025"/>
                </a:cubicBezTo>
                <a:cubicBezTo>
                  <a:pt x="7741" y="2209"/>
                  <a:pt x="7071" y="1544"/>
                  <a:pt x="6267" y="1544"/>
                </a:cubicBezTo>
                <a:cubicBezTo>
                  <a:pt x="6227" y="1544"/>
                  <a:pt x="6186" y="1545"/>
                  <a:pt x="6145" y="1549"/>
                </a:cubicBezTo>
                <a:lnTo>
                  <a:pt x="6145" y="644"/>
                </a:lnTo>
                <a:close/>
                <a:moveTo>
                  <a:pt x="3049" y="4525"/>
                </a:moveTo>
                <a:cubicBezTo>
                  <a:pt x="3502" y="4525"/>
                  <a:pt x="3859" y="4883"/>
                  <a:pt x="3859" y="5311"/>
                </a:cubicBezTo>
                <a:cubicBezTo>
                  <a:pt x="3859" y="5550"/>
                  <a:pt x="3716" y="5883"/>
                  <a:pt x="3597" y="6097"/>
                </a:cubicBezTo>
                <a:lnTo>
                  <a:pt x="5383" y="6097"/>
                </a:lnTo>
                <a:lnTo>
                  <a:pt x="5383" y="6978"/>
                </a:lnTo>
                <a:cubicBezTo>
                  <a:pt x="5354" y="6977"/>
                  <a:pt x="5326" y="6976"/>
                  <a:pt x="5297" y="6976"/>
                </a:cubicBezTo>
                <a:cubicBezTo>
                  <a:pt x="4454" y="6976"/>
                  <a:pt x="3764" y="7649"/>
                  <a:pt x="3764" y="8479"/>
                </a:cubicBezTo>
                <a:cubicBezTo>
                  <a:pt x="3764" y="9295"/>
                  <a:pt x="4433" y="9960"/>
                  <a:pt x="5258" y="9960"/>
                </a:cubicBezTo>
                <a:cubicBezTo>
                  <a:pt x="5299" y="9960"/>
                  <a:pt x="5341" y="9959"/>
                  <a:pt x="5383" y="9955"/>
                </a:cubicBezTo>
                <a:lnTo>
                  <a:pt x="5383" y="10836"/>
                </a:lnTo>
                <a:lnTo>
                  <a:pt x="668" y="10836"/>
                </a:lnTo>
                <a:lnTo>
                  <a:pt x="668" y="6097"/>
                </a:lnTo>
                <a:lnTo>
                  <a:pt x="2525" y="6097"/>
                </a:lnTo>
                <a:cubicBezTo>
                  <a:pt x="2406" y="5883"/>
                  <a:pt x="2239" y="5550"/>
                  <a:pt x="2239" y="5311"/>
                </a:cubicBezTo>
                <a:cubicBezTo>
                  <a:pt x="2239" y="4883"/>
                  <a:pt x="2597" y="4525"/>
                  <a:pt x="3049" y="4525"/>
                </a:cubicBezTo>
                <a:close/>
                <a:moveTo>
                  <a:pt x="10884" y="6121"/>
                </a:moveTo>
                <a:lnTo>
                  <a:pt x="10884" y="10836"/>
                </a:lnTo>
                <a:lnTo>
                  <a:pt x="6121" y="10836"/>
                </a:lnTo>
                <a:lnTo>
                  <a:pt x="6121" y="9026"/>
                </a:lnTo>
                <a:cubicBezTo>
                  <a:pt x="5907" y="9145"/>
                  <a:pt x="5573" y="9288"/>
                  <a:pt x="5335" y="9288"/>
                </a:cubicBezTo>
                <a:cubicBezTo>
                  <a:pt x="4907" y="9288"/>
                  <a:pt x="4549" y="8931"/>
                  <a:pt x="4549" y="8479"/>
                </a:cubicBezTo>
                <a:cubicBezTo>
                  <a:pt x="4549" y="8026"/>
                  <a:pt x="4907" y="7669"/>
                  <a:pt x="5335" y="7669"/>
                </a:cubicBezTo>
                <a:cubicBezTo>
                  <a:pt x="5573" y="7669"/>
                  <a:pt x="5907" y="7836"/>
                  <a:pt x="6121" y="7955"/>
                </a:cubicBezTo>
                <a:lnTo>
                  <a:pt x="6121" y="6121"/>
                </a:lnTo>
                <a:lnTo>
                  <a:pt x="7002" y="6121"/>
                </a:lnTo>
                <a:cubicBezTo>
                  <a:pt x="6955" y="7002"/>
                  <a:pt x="7645" y="7740"/>
                  <a:pt x="8503" y="7740"/>
                </a:cubicBezTo>
                <a:cubicBezTo>
                  <a:pt x="9360" y="7740"/>
                  <a:pt x="10051" y="7002"/>
                  <a:pt x="9979" y="6121"/>
                </a:cubicBezTo>
                <a:close/>
                <a:moveTo>
                  <a:pt x="1" y="1"/>
                </a:moveTo>
                <a:lnTo>
                  <a:pt x="1" y="11479"/>
                </a:lnTo>
                <a:lnTo>
                  <a:pt x="11503" y="11479"/>
                </a:lnTo>
                <a:lnTo>
                  <a:pt x="115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6F7"/>
              </a:solidFill>
            </a:endParaRPr>
          </a:p>
        </p:txBody>
      </p:sp>
      <p:grpSp>
        <p:nvGrpSpPr>
          <p:cNvPr id="928" name="Google Shape;928;p49"/>
          <p:cNvGrpSpPr/>
          <p:nvPr/>
        </p:nvGrpSpPr>
        <p:grpSpPr>
          <a:xfrm>
            <a:off x="1544159" y="1646402"/>
            <a:ext cx="646333" cy="735288"/>
            <a:chOff x="-1684475" y="2049000"/>
            <a:chExt cx="257575" cy="293025"/>
          </a:xfrm>
        </p:grpSpPr>
        <p:sp>
          <p:nvSpPr>
            <p:cNvPr id="929" name="Google Shape;929;p49"/>
            <p:cNvSpPr/>
            <p:nvPr/>
          </p:nvSpPr>
          <p:spPr>
            <a:xfrm>
              <a:off x="-1684475" y="2049000"/>
              <a:ext cx="257575" cy="293025"/>
            </a:xfrm>
            <a:custGeom>
              <a:rect b="b" l="l" r="r" t="t"/>
              <a:pathLst>
                <a:path extrusionOk="0" h="11721" w="10303">
                  <a:moveTo>
                    <a:pt x="1355" y="693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693"/>
                  </a:lnTo>
                  <a:close/>
                  <a:moveTo>
                    <a:pt x="9546" y="693"/>
                  </a:moveTo>
                  <a:lnTo>
                    <a:pt x="9546" y="1387"/>
                  </a:lnTo>
                  <a:lnTo>
                    <a:pt x="8885" y="1387"/>
                  </a:lnTo>
                  <a:lnTo>
                    <a:pt x="8885" y="693"/>
                  </a:lnTo>
                  <a:close/>
                  <a:moveTo>
                    <a:pt x="8223" y="1387"/>
                  </a:moveTo>
                  <a:lnTo>
                    <a:pt x="8223" y="1733"/>
                  </a:lnTo>
                  <a:cubicBezTo>
                    <a:pt x="8223" y="1922"/>
                    <a:pt x="8381" y="2080"/>
                    <a:pt x="8570" y="2080"/>
                  </a:cubicBezTo>
                  <a:lnTo>
                    <a:pt x="8916" y="2080"/>
                  </a:lnTo>
                  <a:lnTo>
                    <a:pt x="8916" y="9641"/>
                  </a:lnTo>
                  <a:lnTo>
                    <a:pt x="8538" y="9641"/>
                  </a:lnTo>
                  <a:cubicBezTo>
                    <a:pt x="8349" y="9641"/>
                    <a:pt x="8192" y="9798"/>
                    <a:pt x="8192" y="9987"/>
                  </a:cubicBezTo>
                  <a:lnTo>
                    <a:pt x="8192" y="10365"/>
                  </a:lnTo>
                  <a:lnTo>
                    <a:pt x="2080" y="10365"/>
                  </a:lnTo>
                  <a:lnTo>
                    <a:pt x="2080" y="9987"/>
                  </a:lnTo>
                  <a:cubicBezTo>
                    <a:pt x="2080" y="9798"/>
                    <a:pt x="1922" y="9641"/>
                    <a:pt x="1733" y="9641"/>
                  </a:cubicBezTo>
                  <a:lnTo>
                    <a:pt x="1355" y="9641"/>
                  </a:lnTo>
                  <a:lnTo>
                    <a:pt x="1355" y="2080"/>
                  </a:lnTo>
                  <a:lnTo>
                    <a:pt x="1733" y="2080"/>
                  </a:lnTo>
                  <a:cubicBezTo>
                    <a:pt x="1922" y="2080"/>
                    <a:pt x="2080" y="1922"/>
                    <a:pt x="2080" y="1733"/>
                  </a:cubicBezTo>
                  <a:lnTo>
                    <a:pt x="2080" y="1387"/>
                  </a:lnTo>
                  <a:close/>
                  <a:moveTo>
                    <a:pt x="1355" y="10365"/>
                  </a:moveTo>
                  <a:lnTo>
                    <a:pt x="1355" y="11027"/>
                  </a:lnTo>
                  <a:lnTo>
                    <a:pt x="694" y="11027"/>
                  </a:lnTo>
                  <a:lnTo>
                    <a:pt x="694" y="10365"/>
                  </a:lnTo>
                  <a:close/>
                  <a:moveTo>
                    <a:pt x="9609" y="10365"/>
                  </a:moveTo>
                  <a:lnTo>
                    <a:pt x="9609" y="11027"/>
                  </a:lnTo>
                  <a:lnTo>
                    <a:pt x="8916" y="11027"/>
                  </a:lnTo>
                  <a:lnTo>
                    <a:pt x="8916" y="1036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694" y="2080"/>
                  </a:lnTo>
                  <a:lnTo>
                    <a:pt x="694" y="9641"/>
                  </a:lnTo>
                  <a:lnTo>
                    <a:pt x="347" y="9641"/>
                  </a:lnTo>
                  <a:cubicBezTo>
                    <a:pt x="158" y="9641"/>
                    <a:pt x="0" y="9798"/>
                    <a:pt x="0" y="9987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47" y="11720"/>
                  </a:cubicBezTo>
                  <a:lnTo>
                    <a:pt x="1733" y="11720"/>
                  </a:lnTo>
                  <a:cubicBezTo>
                    <a:pt x="1922" y="11720"/>
                    <a:pt x="2080" y="11563"/>
                    <a:pt x="2080" y="11374"/>
                  </a:cubicBezTo>
                  <a:lnTo>
                    <a:pt x="2080" y="11027"/>
                  </a:lnTo>
                  <a:lnTo>
                    <a:pt x="8223" y="11027"/>
                  </a:lnTo>
                  <a:lnTo>
                    <a:pt x="8223" y="11374"/>
                  </a:lnTo>
                  <a:cubicBezTo>
                    <a:pt x="8223" y="11563"/>
                    <a:pt x="8381" y="11720"/>
                    <a:pt x="8570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74"/>
                  </a:cubicBezTo>
                  <a:lnTo>
                    <a:pt x="10303" y="9987"/>
                  </a:lnTo>
                  <a:cubicBezTo>
                    <a:pt x="10303" y="9798"/>
                    <a:pt x="10145" y="9641"/>
                    <a:pt x="9956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24" y="2080"/>
                  </a:lnTo>
                  <a:cubicBezTo>
                    <a:pt x="10113" y="2080"/>
                    <a:pt x="10271" y="1922"/>
                    <a:pt x="10271" y="1733"/>
                  </a:cubicBezTo>
                  <a:lnTo>
                    <a:pt x="10271" y="347"/>
                  </a:lnTo>
                  <a:cubicBezTo>
                    <a:pt x="10271" y="158"/>
                    <a:pt x="10113" y="0"/>
                    <a:pt x="9924" y="0"/>
                  </a:cubicBezTo>
                  <a:lnTo>
                    <a:pt x="8538" y="0"/>
                  </a:lnTo>
                  <a:cubicBezTo>
                    <a:pt x="8349" y="0"/>
                    <a:pt x="8192" y="158"/>
                    <a:pt x="8192" y="347"/>
                  </a:cubicBezTo>
                  <a:lnTo>
                    <a:pt x="8192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2650" lIns="242650" spcFirstLastPara="1" rIns="242650" wrap="square" tIns="24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49"/>
            <p:cNvSpPr/>
            <p:nvPr/>
          </p:nvSpPr>
          <p:spPr>
            <a:xfrm>
              <a:off x="-1615950" y="2238800"/>
              <a:ext cx="120525" cy="18150"/>
            </a:xfrm>
            <a:custGeom>
              <a:rect b="b" l="l" r="r" t="t"/>
              <a:pathLst>
                <a:path extrusionOk="0" h="726" w="4821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4443" y="726"/>
                  </a:lnTo>
                  <a:cubicBezTo>
                    <a:pt x="4663" y="726"/>
                    <a:pt x="4821" y="568"/>
                    <a:pt x="4821" y="348"/>
                  </a:cubicBezTo>
                  <a:cubicBezTo>
                    <a:pt x="4821" y="159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2650" lIns="242650" spcFirstLastPara="1" rIns="242650" wrap="square" tIns="24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49"/>
            <p:cNvSpPr/>
            <p:nvPr/>
          </p:nvSpPr>
          <p:spPr>
            <a:xfrm>
              <a:off x="-1615950" y="2273475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63" y="693"/>
                    <a:pt x="4821" y="536"/>
                    <a:pt x="4821" y="347"/>
                  </a:cubicBezTo>
                  <a:cubicBezTo>
                    <a:pt x="4821" y="158"/>
                    <a:pt x="4663" y="0"/>
                    <a:pt x="44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2650" lIns="242650" spcFirstLastPara="1" rIns="242650" wrap="square" tIns="24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49"/>
            <p:cNvSpPr/>
            <p:nvPr/>
          </p:nvSpPr>
          <p:spPr>
            <a:xfrm>
              <a:off x="-1630925" y="2100975"/>
              <a:ext cx="153625" cy="116600"/>
            </a:xfrm>
            <a:custGeom>
              <a:rect b="b" l="l" r="r" t="t"/>
              <a:pathLst>
                <a:path extrusionOk="0" h="4664" w="6145">
                  <a:moveTo>
                    <a:pt x="4695" y="662"/>
                  </a:moveTo>
                  <a:lnTo>
                    <a:pt x="2994" y="1985"/>
                  </a:lnTo>
                  <a:lnTo>
                    <a:pt x="1261" y="662"/>
                  </a:lnTo>
                  <a:close/>
                  <a:moveTo>
                    <a:pt x="599" y="1040"/>
                  </a:moveTo>
                  <a:lnTo>
                    <a:pt x="2427" y="2395"/>
                  </a:lnTo>
                  <a:lnTo>
                    <a:pt x="599" y="3781"/>
                  </a:lnTo>
                  <a:lnTo>
                    <a:pt x="599" y="1040"/>
                  </a:lnTo>
                  <a:close/>
                  <a:moveTo>
                    <a:pt x="5357" y="1040"/>
                  </a:moveTo>
                  <a:lnTo>
                    <a:pt x="5357" y="3781"/>
                  </a:lnTo>
                  <a:lnTo>
                    <a:pt x="3561" y="2395"/>
                  </a:lnTo>
                  <a:lnTo>
                    <a:pt x="5357" y="1040"/>
                  </a:lnTo>
                  <a:close/>
                  <a:moveTo>
                    <a:pt x="2994" y="2836"/>
                  </a:moveTo>
                  <a:lnTo>
                    <a:pt x="4695" y="4128"/>
                  </a:lnTo>
                  <a:lnTo>
                    <a:pt x="1292" y="4128"/>
                  </a:lnTo>
                  <a:lnTo>
                    <a:pt x="2994" y="2836"/>
                  </a:lnTo>
                  <a:close/>
                  <a:moveTo>
                    <a:pt x="316" y="1"/>
                  </a:moveTo>
                  <a:cubicBezTo>
                    <a:pt x="158" y="1"/>
                    <a:pt x="1" y="127"/>
                    <a:pt x="1" y="284"/>
                  </a:cubicBezTo>
                  <a:lnTo>
                    <a:pt x="1" y="4380"/>
                  </a:lnTo>
                  <a:cubicBezTo>
                    <a:pt x="64" y="4506"/>
                    <a:pt x="127" y="4600"/>
                    <a:pt x="253" y="4663"/>
                  </a:cubicBezTo>
                  <a:lnTo>
                    <a:pt x="5798" y="4663"/>
                  </a:lnTo>
                  <a:cubicBezTo>
                    <a:pt x="5955" y="4663"/>
                    <a:pt x="6113" y="4537"/>
                    <a:pt x="6144" y="4317"/>
                  </a:cubicBezTo>
                  <a:lnTo>
                    <a:pt x="6081" y="316"/>
                  </a:lnTo>
                  <a:cubicBezTo>
                    <a:pt x="6081" y="158"/>
                    <a:pt x="5955" y="32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242650" lIns="242650" spcFirstLastPara="1" rIns="242650" wrap="square" tIns="242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3" name="Google Shape;933;p49"/>
          <p:cNvSpPr/>
          <p:nvPr/>
        </p:nvSpPr>
        <p:spPr>
          <a:xfrm>
            <a:off x="6921782" y="1619103"/>
            <a:ext cx="710271" cy="798772"/>
          </a:xfrm>
          <a:custGeom>
            <a:rect b="b" l="l" r="r" t="t"/>
            <a:pathLst>
              <a:path extrusionOk="0" h="11800" w="10493">
                <a:moveTo>
                  <a:pt x="5294" y="709"/>
                </a:moveTo>
                <a:cubicBezTo>
                  <a:pt x="6350" y="1316"/>
                  <a:pt x="7422" y="1602"/>
                  <a:pt x="8487" y="1602"/>
                </a:cubicBezTo>
                <a:cubicBezTo>
                  <a:pt x="8915" y="1602"/>
                  <a:pt x="9343" y="1556"/>
                  <a:pt x="9767" y="1465"/>
                </a:cubicBezTo>
                <a:lnTo>
                  <a:pt x="9767" y="5026"/>
                </a:lnTo>
                <a:cubicBezTo>
                  <a:pt x="9767" y="7798"/>
                  <a:pt x="7940" y="10287"/>
                  <a:pt x="5294" y="11137"/>
                </a:cubicBezTo>
                <a:cubicBezTo>
                  <a:pt x="2647" y="10350"/>
                  <a:pt x="789" y="7798"/>
                  <a:pt x="789" y="5026"/>
                </a:cubicBezTo>
                <a:lnTo>
                  <a:pt x="789" y="1465"/>
                </a:lnTo>
                <a:cubicBezTo>
                  <a:pt x="1222" y="1556"/>
                  <a:pt x="1654" y="1602"/>
                  <a:pt x="2084" y="1602"/>
                </a:cubicBezTo>
                <a:cubicBezTo>
                  <a:pt x="3153" y="1602"/>
                  <a:pt x="4215" y="1316"/>
                  <a:pt x="5294" y="709"/>
                </a:cubicBezTo>
                <a:close/>
                <a:moveTo>
                  <a:pt x="5266" y="0"/>
                </a:moveTo>
                <a:cubicBezTo>
                  <a:pt x="5207" y="0"/>
                  <a:pt x="5152" y="16"/>
                  <a:pt x="5105" y="48"/>
                </a:cubicBezTo>
                <a:cubicBezTo>
                  <a:pt x="4065" y="646"/>
                  <a:pt x="3057" y="930"/>
                  <a:pt x="2017" y="930"/>
                </a:cubicBezTo>
                <a:cubicBezTo>
                  <a:pt x="1513" y="930"/>
                  <a:pt x="1009" y="835"/>
                  <a:pt x="473" y="678"/>
                </a:cubicBezTo>
                <a:cubicBezTo>
                  <a:pt x="440" y="669"/>
                  <a:pt x="408" y="665"/>
                  <a:pt x="378" y="665"/>
                </a:cubicBezTo>
                <a:cubicBezTo>
                  <a:pt x="297" y="665"/>
                  <a:pt x="228" y="695"/>
                  <a:pt x="158" y="741"/>
                </a:cubicBezTo>
                <a:cubicBezTo>
                  <a:pt x="95" y="804"/>
                  <a:pt x="1" y="898"/>
                  <a:pt x="1" y="993"/>
                </a:cubicBezTo>
                <a:lnTo>
                  <a:pt x="1" y="4994"/>
                </a:lnTo>
                <a:cubicBezTo>
                  <a:pt x="127" y="8176"/>
                  <a:pt x="2206" y="10917"/>
                  <a:pt x="5199" y="11799"/>
                </a:cubicBezTo>
                <a:lnTo>
                  <a:pt x="5357" y="11799"/>
                </a:lnTo>
                <a:cubicBezTo>
                  <a:pt x="8350" y="10917"/>
                  <a:pt x="10492" y="8176"/>
                  <a:pt x="10492" y="5026"/>
                </a:cubicBezTo>
                <a:lnTo>
                  <a:pt x="10492" y="1056"/>
                </a:lnTo>
                <a:cubicBezTo>
                  <a:pt x="10492" y="930"/>
                  <a:pt x="10429" y="835"/>
                  <a:pt x="10335" y="772"/>
                </a:cubicBezTo>
                <a:cubicBezTo>
                  <a:pt x="10282" y="720"/>
                  <a:pt x="10230" y="697"/>
                  <a:pt x="10173" y="697"/>
                </a:cubicBezTo>
                <a:cubicBezTo>
                  <a:pt x="10126" y="697"/>
                  <a:pt x="10076" y="713"/>
                  <a:pt x="10019" y="741"/>
                </a:cubicBezTo>
                <a:cubicBezTo>
                  <a:pt x="9509" y="876"/>
                  <a:pt x="9006" y="946"/>
                  <a:pt x="8504" y="946"/>
                </a:cubicBezTo>
                <a:cubicBezTo>
                  <a:pt x="7490" y="946"/>
                  <a:pt x="6485" y="659"/>
                  <a:pt x="5451" y="48"/>
                </a:cubicBezTo>
                <a:cubicBezTo>
                  <a:pt x="5388" y="16"/>
                  <a:pt x="5325" y="0"/>
                  <a:pt x="526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256200" lIns="256200" spcFirstLastPara="1" rIns="256200" wrap="square" tIns="25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4" name="Google Shape;934;p49"/>
          <p:cNvSpPr txBox="1"/>
          <p:nvPr/>
        </p:nvSpPr>
        <p:spPr>
          <a:xfrm>
            <a:off x="713225" y="4862450"/>
            <a:ext cx="1118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Workflow </a:t>
            </a:r>
            <a:r>
              <a:rPr lang="en" sz="1000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3"/>
              </a:rPr>
              <a:t>here</a:t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0"/>
          <p:cNvSpPr txBox="1"/>
          <p:nvPr>
            <p:ph type="title"/>
          </p:nvPr>
        </p:nvSpPr>
        <p:spPr>
          <a:xfrm>
            <a:off x="3943350" y="2343900"/>
            <a:ext cx="48495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Future Roadmap &amp; Summary</a:t>
            </a:r>
            <a:endParaRPr sz="3800"/>
          </a:p>
        </p:txBody>
      </p:sp>
      <p:sp>
        <p:nvSpPr>
          <p:cNvPr id="940" name="Google Shape;940;p50"/>
          <p:cNvSpPr txBox="1"/>
          <p:nvPr>
            <p:ph idx="2" type="title"/>
          </p:nvPr>
        </p:nvSpPr>
        <p:spPr>
          <a:xfrm>
            <a:off x="3943350" y="1428000"/>
            <a:ext cx="1163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VII</a:t>
            </a:r>
            <a:endParaRPr/>
          </a:p>
        </p:txBody>
      </p:sp>
      <p:grpSp>
        <p:nvGrpSpPr>
          <p:cNvPr id="941" name="Google Shape;941;p50"/>
          <p:cNvGrpSpPr/>
          <p:nvPr/>
        </p:nvGrpSpPr>
        <p:grpSpPr>
          <a:xfrm>
            <a:off x="313175" y="1381125"/>
            <a:ext cx="2704200" cy="3222870"/>
            <a:chOff x="313175" y="1381125"/>
            <a:chExt cx="2704200" cy="3222870"/>
          </a:xfrm>
        </p:grpSpPr>
        <p:grpSp>
          <p:nvGrpSpPr>
            <p:cNvPr id="942" name="Google Shape;942;p50"/>
            <p:cNvGrpSpPr/>
            <p:nvPr/>
          </p:nvGrpSpPr>
          <p:grpSpPr>
            <a:xfrm>
              <a:off x="475100" y="1381125"/>
              <a:ext cx="2079270" cy="2507147"/>
              <a:chOff x="-2353825" y="1381125"/>
              <a:chExt cx="2079270" cy="2507147"/>
            </a:xfrm>
          </p:grpSpPr>
          <p:sp>
            <p:nvSpPr>
              <p:cNvPr id="943" name="Google Shape;943;p50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50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rect b="b" l="l" r="r" t="t"/>
                <a:pathLst>
                  <a:path extrusionOk="0" h="13152" w="15186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50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50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50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rect b="b" l="l" r="r" t="t"/>
                <a:pathLst>
                  <a:path extrusionOk="0" h="13151" w="15185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50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rect b="b" l="l" r="r" t="t"/>
                <a:pathLst>
                  <a:path extrusionOk="0" h="13151" w="15186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50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rect b="b" l="l" r="r" t="t"/>
                <a:pathLst>
                  <a:path extrusionOk="0" h="13150" w="15186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50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50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rect b="b" l="l" r="r" t="t"/>
                <a:pathLst>
                  <a:path extrusionOk="0" h="8096" w="935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50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rect b="b" l="l" r="r" t="t"/>
                <a:pathLst>
                  <a:path extrusionOk="0" h="13152" w="15185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50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rect b="b" l="l" r="r" t="t"/>
                <a:pathLst>
                  <a:path extrusionOk="0" h="13149" w="15185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50"/>
            <p:cNvGrpSpPr/>
            <p:nvPr/>
          </p:nvGrpSpPr>
          <p:grpSpPr>
            <a:xfrm>
              <a:off x="313175" y="1628700"/>
              <a:ext cx="2704200" cy="2975295"/>
              <a:chOff x="313175" y="1628700"/>
              <a:chExt cx="2704200" cy="2975295"/>
            </a:xfrm>
          </p:grpSpPr>
          <p:sp>
            <p:nvSpPr>
              <p:cNvPr id="955" name="Google Shape;955;p50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56" name="Google Shape;956;p50"/>
              <p:cNvPicPr preferRelativeResize="0"/>
              <p:nvPr/>
            </p:nvPicPr>
            <p:blipFill rotWithShape="1">
              <a:blip r:embed="rId3">
                <a:alphaModFix/>
              </a:blip>
              <a:srcRect b="13510" l="16325" r="16325" t="10721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Roadmap &amp; Summary</a:t>
            </a:r>
            <a:endParaRPr/>
          </a:p>
        </p:txBody>
      </p:sp>
      <p:sp>
        <p:nvSpPr>
          <p:cNvPr id="962" name="Google Shape;962;p51"/>
          <p:cNvSpPr txBox="1"/>
          <p:nvPr>
            <p:ph idx="1" type="subTitle"/>
          </p:nvPr>
        </p:nvSpPr>
        <p:spPr>
          <a:xfrm>
            <a:off x="3861275" y="1918600"/>
            <a:ext cx="35109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6916" lvl="0" marL="256032" rtl="0" algn="l">
              <a:spcBef>
                <a:spcPts val="0"/>
              </a:spcBef>
              <a:spcAft>
                <a:spcPts val="0"/>
              </a:spcAft>
              <a:buSzPts val="1400"/>
              <a:buChar char="⬣"/>
            </a:pPr>
            <a:r>
              <a:rPr lang="en"/>
              <a:t>Fine-tuned safety classifiers, advanced uncertainty modeling, and experiment tracking dashboards.</a:t>
            </a:r>
            <a:endParaRPr/>
          </a:p>
        </p:txBody>
      </p:sp>
      <p:sp>
        <p:nvSpPr>
          <p:cNvPr id="963" name="Google Shape;963;p51"/>
          <p:cNvSpPr txBox="1"/>
          <p:nvPr>
            <p:ph idx="3" type="subTitle"/>
          </p:nvPr>
        </p:nvSpPr>
        <p:spPr>
          <a:xfrm>
            <a:off x="3861275" y="3561475"/>
            <a:ext cx="35109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16916" lvl="0" marL="256032" rtl="0" algn="l">
              <a:spcBef>
                <a:spcPts val="0"/>
              </a:spcBef>
              <a:spcAft>
                <a:spcPts val="0"/>
              </a:spcAft>
              <a:buSzPts val="1400"/>
              <a:buChar char="⬣"/>
            </a:pPr>
            <a:r>
              <a:rPr lang="en"/>
              <a:t>NextStep Science is a safe, controlled, and explainable lab reasoning system built for the modern laboratory</a:t>
            </a:r>
            <a:endParaRPr/>
          </a:p>
        </p:txBody>
      </p:sp>
      <p:sp>
        <p:nvSpPr>
          <p:cNvPr id="964" name="Google Shape;964;p51"/>
          <p:cNvSpPr txBox="1"/>
          <p:nvPr>
            <p:ph idx="5" type="subTitle"/>
          </p:nvPr>
        </p:nvSpPr>
        <p:spPr>
          <a:xfrm>
            <a:off x="3861273" y="1513150"/>
            <a:ext cx="29022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965" name="Google Shape;965;p51"/>
          <p:cNvSpPr txBox="1"/>
          <p:nvPr>
            <p:ph idx="6" type="subTitle"/>
          </p:nvPr>
        </p:nvSpPr>
        <p:spPr>
          <a:xfrm>
            <a:off x="3861286" y="3156130"/>
            <a:ext cx="24738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966" name="Google Shape;966;p51"/>
          <p:cNvSpPr/>
          <p:nvPr/>
        </p:nvSpPr>
        <p:spPr>
          <a:xfrm>
            <a:off x="2808869" y="2188840"/>
            <a:ext cx="895800" cy="776100"/>
          </a:xfrm>
          <a:prstGeom prst="hexagon">
            <a:avLst>
              <a:gd fmla="val 29606" name="adj"/>
              <a:gd fmla="val 115470" name="vf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7" name="Google Shape;967;p51"/>
          <p:cNvCxnSpPr>
            <a:stCxn id="966" idx="1"/>
            <a:endCxn id="965" idx="1"/>
          </p:cNvCxnSpPr>
          <p:nvPr/>
        </p:nvCxnSpPr>
        <p:spPr>
          <a:xfrm flipH="1" rot="-5400000">
            <a:off x="3451347" y="2988490"/>
            <a:ext cx="433500" cy="386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51"/>
          <p:cNvCxnSpPr>
            <a:stCxn id="966" idx="5"/>
            <a:endCxn id="964" idx="1"/>
          </p:cNvCxnSpPr>
          <p:nvPr/>
        </p:nvCxnSpPr>
        <p:spPr>
          <a:xfrm rot="-5400000">
            <a:off x="3451347" y="1778890"/>
            <a:ext cx="433500" cy="3864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9" name="Google Shape;969;p51"/>
          <p:cNvGrpSpPr/>
          <p:nvPr/>
        </p:nvGrpSpPr>
        <p:grpSpPr>
          <a:xfrm>
            <a:off x="3076673" y="2401024"/>
            <a:ext cx="360233" cy="351747"/>
            <a:chOff x="4703329" y="2119274"/>
            <a:chExt cx="360233" cy="351747"/>
          </a:xfrm>
        </p:grpSpPr>
        <p:sp>
          <p:nvSpPr>
            <p:cNvPr id="970" name="Google Shape;970;p51"/>
            <p:cNvSpPr/>
            <p:nvPr/>
          </p:nvSpPr>
          <p:spPr>
            <a:xfrm>
              <a:off x="4703329" y="2119274"/>
              <a:ext cx="360233" cy="351747"/>
            </a:xfrm>
            <a:custGeom>
              <a:rect b="b" l="l" r="r" t="t"/>
              <a:pathLst>
                <a:path extrusionOk="0" h="11772" w="12056">
                  <a:moveTo>
                    <a:pt x="11349" y="706"/>
                  </a:moveTo>
                  <a:lnTo>
                    <a:pt x="11349" y="8805"/>
                  </a:lnTo>
                  <a:lnTo>
                    <a:pt x="708" y="8805"/>
                  </a:lnTo>
                  <a:lnTo>
                    <a:pt x="708" y="706"/>
                  </a:lnTo>
                  <a:close/>
                  <a:moveTo>
                    <a:pt x="7182" y="9511"/>
                  </a:moveTo>
                  <a:cubicBezTo>
                    <a:pt x="7194" y="10113"/>
                    <a:pt x="7438" y="10660"/>
                    <a:pt x="7829" y="11064"/>
                  </a:cubicBezTo>
                  <a:lnTo>
                    <a:pt x="4226" y="11064"/>
                  </a:lnTo>
                  <a:cubicBezTo>
                    <a:pt x="4618" y="10660"/>
                    <a:pt x="4861" y="10113"/>
                    <a:pt x="4874" y="9511"/>
                  </a:cubicBezTo>
                  <a:close/>
                  <a:moveTo>
                    <a:pt x="354" y="0"/>
                  </a:moveTo>
                  <a:cubicBezTo>
                    <a:pt x="160" y="0"/>
                    <a:pt x="1" y="158"/>
                    <a:pt x="1" y="353"/>
                  </a:cubicBezTo>
                  <a:lnTo>
                    <a:pt x="1" y="9158"/>
                  </a:lnTo>
                  <a:cubicBezTo>
                    <a:pt x="1" y="9353"/>
                    <a:pt x="159" y="9511"/>
                    <a:pt x="354" y="9511"/>
                  </a:cubicBezTo>
                  <a:lnTo>
                    <a:pt x="4167" y="9511"/>
                  </a:lnTo>
                  <a:cubicBezTo>
                    <a:pt x="4141" y="10372"/>
                    <a:pt x="3433" y="11064"/>
                    <a:pt x="2567" y="11064"/>
                  </a:cubicBezTo>
                  <a:lnTo>
                    <a:pt x="2191" y="11064"/>
                  </a:lnTo>
                  <a:cubicBezTo>
                    <a:pt x="1722" y="11084"/>
                    <a:pt x="1722" y="11752"/>
                    <a:pt x="2191" y="11771"/>
                  </a:cubicBezTo>
                  <a:lnTo>
                    <a:pt x="9864" y="11771"/>
                  </a:lnTo>
                  <a:cubicBezTo>
                    <a:pt x="10334" y="11752"/>
                    <a:pt x="10334" y="11084"/>
                    <a:pt x="9864" y="11064"/>
                  </a:cubicBezTo>
                  <a:lnTo>
                    <a:pt x="9489" y="11064"/>
                  </a:lnTo>
                  <a:cubicBezTo>
                    <a:pt x="8621" y="11064"/>
                    <a:pt x="7913" y="10372"/>
                    <a:pt x="7888" y="9511"/>
                  </a:cubicBezTo>
                  <a:lnTo>
                    <a:pt x="11702" y="9511"/>
                  </a:lnTo>
                  <a:cubicBezTo>
                    <a:pt x="11897" y="9511"/>
                    <a:pt x="12056" y="9354"/>
                    <a:pt x="12056" y="9158"/>
                  </a:cubicBezTo>
                  <a:lnTo>
                    <a:pt x="12056" y="353"/>
                  </a:lnTo>
                  <a:cubicBezTo>
                    <a:pt x="12055" y="158"/>
                    <a:pt x="11897" y="0"/>
                    <a:pt x="1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1"/>
            <p:cNvSpPr/>
            <p:nvPr/>
          </p:nvSpPr>
          <p:spPr>
            <a:xfrm>
              <a:off x="4744623" y="2161494"/>
              <a:ext cx="123584" cy="199808"/>
            </a:xfrm>
            <a:custGeom>
              <a:rect b="b" l="l" r="r" t="t"/>
              <a:pathLst>
                <a:path extrusionOk="0" h="6687" w="4136">
                  <a:moveTo>
                    <a:pt x="3380" y="870"/>
                  </a:moveTo>
                  <a:cubicBezTo>
                    <a:pt x="3356" y="1117"/>
                    <a:pt x="3314" y="1355"/>
                    <a:pt x="3254" y="1578"/>
                  </a:cubicBezTo>
                  <a:cubicBezTo>
                    <a:pt x="3243" y="1577"/>
                    <a:pt x="3230" y="1577"/>
                    <a:pt x="3218" y="1577"/>
                  </a:cubicBezTo>
                  <a:lnTo>
                    <a:pt x="882" y="1577"/>
                  </a:lnTo>
                  <a:cubicBezTo>
                    <a:pt x="821" y="1354"/>
                    <a:pt x="779" y="1117"/>
                    <a:pt x="758" y="870"/>
                  </a:cubicBezTo>
                  <a:close/>
                  <a:moveTo>
                    <a:pt x="2972" y="2284"/>
                  </a:moveTo>
                  <a:cubicBezTo>
                    <a:pt x="2966" y="2295"/>
                    <a:pt x="2960" y="2308"/>
                    <a:pt x="2954" y="2320"/>
                  </a:cubicBezTo>
                  <a:cubicBezTo>
                    <a:pt x="2698" y="2766"/>
                    <a:pt x="2383" y="2989"/>
                    <a:pt x="2068" y="2989"/>
                  </a:cubicBezTo>
                  <a:cubicBezTo>
                    <a:pt x="1753" y="2989"/>
                    <a:pt x="1438" y="2766"/>
                    <a:pt x="1184" y="2320"/>
                  </a:cubicBezTo>
                  <a:cubicBezTo>
                    <a:pt x="1178" y="2308"/>
                    <a:pt x="1172" y="2295"/>
                    <a:pt x="1164" y="2284"/>
                  </a:cubicBezTo>
                  <a:close/>
                  <a:moveTo>
                    <a:pt x="2069" y="3701"/>
                  </a:moveTo>
                  <a:cubicBezTo>
                    <a:pt x="2384" y="3701"/>
                    <a:pt x="2699" y="3924"/>
                    <a:pt x="2954" y="4370"/>
                  </a:cubicBezTo>
                  <a:cubicBezTo>
                    <a:pt x="2960" y="4380"/>
                    <a:pt x="2965" y="4391"/>
                    <a:pt x="2971" y="4401"/>
                  </a:cubicBezTo>
                  <a:lnTo>
                    <a:pt x="1166" y="4401"/>
                  </a:lnTo>
                  <a:cubicBezTo>
                    <a:pt x="1173" y="4391"/>
                    <a:pt x="1178" y="4380"/>
                    <a:pt x="1184" y="4370"/>
                  </a:cubicBezTo>
                  <a:cubicBezTo>
                    <a:pt x="1439" y="3924"/>
                    <a:pt x="1754" y="3701"/>
                    <a:pt x="2069" y="3701"/>
                  </a:cubicBezTo>
                  <a:close/>
                  <a:moveTo>
                    <a:pt x="3253" y="5106"/>
                  </a:moveTo>
                  <a:cubicBezTo>
                    <a:pt x="3313" y="5328"/>
                    <a:pt x="3355" y="5567"/>
                    <a:pt x="3379" y="5814"/>
                  </a:cubicBezTo>
                  <a:lnTo>
                    <a:pt x="758" y="5814"/>
                  </a:lnTo>
                  <a:cubicBezTo>
                    <a:pt x="780" y="5567"/>
                    <a:pt x="821" y="5329"/>
                    <a:pt x="882" y="5107"/>
                  </a:cubicBezTo>
                  <a:lnTo>
                    <a:pt x="3217" y="5107"/>
                  </a:lnTo>
                  <a:cubicBezTo>
                    <a:pt x="3228" y="5107"/>
                    <a:pt x="3240" y="5107"/>
                    <a:pt x="3253" y="5106"/>
                  </a:cubicBezTo>
                  <a:close/>
                  <a:moveTo>
                    <a:pt x="3751" y="1"/>
                  </a:moveTo>
                  <a:cubicBezTo>
                    <a:pt x="3749" y="1"/>
                    <a:pt x="3746" y="1"/>
                    <a:pt x="3744" y="1"/>
                  </a:cubicBezTo>
                  <a:cubicBezTo>
                    <a:pt x="3621" y="3"/>
                    <a:pt x="3514" y="67"/>
                    <a:pt x="3453" y="164"/>
                  </a:cubicBezTo>
                  <a:lnTo>
                    <a:pt x="681" y="164"/>
                  </a:lnTo>
                  <a:cubicBezTo>
                    <a:pt x="619" y="68"/>
                    <a:pt x="513" y="6"/>
                    <a:pt x="391" y="3"/>
                  </a:cubicBezTo>
                  <a:cubicBezTo>
                    <a:pt x="390" y="3"/>
                    <a:pt x="388" y="3"/>
                    <a:pt x="387" y="3"/>
                  </a:cubicBezTo>
                  <a:cubicBezTo>
                    <a:pt x="194" y="3"/>
                    <a:pt x="35" y="156"/>
                    <a:pt x="31" y="350"/>
                  </a:cubicBezTo>
                  <a:cubicBezTo>
                    <a:pt x="1" y="1626"/>
                    <a:pt x="453" y="2810"/>
                    <a:pt x="1128" y="3344"/>
                  </a:cubicBezTo>
                  <a:cubicBezTo>
                    <a:pt x="472" y="3877"/>
                    <a:pt x="31" y="4961"/>
                    <a:pt x="31" y="6240"/>
                  </a:cubicBezTo>
                  <a:cubicBezTo>
                    <a:pt x="31" y="6272"/>
                    <a:pt x="31" y="6306"/>
                    <a:pt x="32" y="6337"/>
                  </a:cubicBezTo>
                  <a:cubicBezTo>
                    <a:pt x="36" y="6531"/>
                    <a:pt x="196" y="6685"/>
                    <a:pt x="389" y="6685"/>
                  </a:cubicBezTo>
                  <a:cubicBezTo>
                    <a:pt x="390" y="6685"/>
                    <a:pt x="392" y="6685"/>
                    <a:pt x="393" y="6685"/>
                  </a:cubicBezTo>
                  <a:cubicBezTo>
                    <a:pt x="516" y="6682"/>
                    <a:pt x="623" y="6618"/>
                    <a:pt x="685" y="6521"/>
                  </a:cubicBezTo>
                  <a:lnTo>
                    <a:pt x="3451" y="6521"/>
                  </a:lnTo>
                  <a:cubicBezTo>
                    <a:pt x="3511" y="6619"/>
                    <a:pt x="3620" y="6685"/>
                    <a:pt x="3744" y="6687"/>
                  </a:cubicBezTo>
                  <a:cubicBezTo>
                    <a:pt x="3746" y="6687"/>
                    <a:pt x="3749" y="6687"/>
                    <a:pt x="3751" y="6687"/>
                  </a:cubicBezTo>
                  <a:cubicBezTo>
                    <a:pt x="3942" y="6687"/>
                    <a:pt x="4099" y="6534"/>
                    <a:pt x="4103" y="6341"/>
                  </a:cubicBezTo>
                  <a:cubicBezTo>
                    <a:pt x="4134" y="5063"/>
                    <a:pt x="3681" y="3878"/>
                    <a:pt x="3006" y="3344"/>
                  </a:cubicBezTo>
                  <a:cubicBezTo>
                    <a:pt x="3681" y="2810"/>
                    <a:pt x="4135" y="1623"/>
                    <a:pt x="4103" y="348"/>
                  </a:cubicBezTo>
                  <a:cubicBezTo>
                    <a:pt x="4099" y="156"/>
                    <a:pt x="3942" y="1"/>
                    <a:pt x="37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51"/>
            <p:cNvSpPr/>
            <p:nvPr/>
          </p:nvSpPr>
          <p:spPr>
            <a:xfrm>
              <a:off x="4879950" y="2161464"/>
              <a:ext cx="144798" cy="21155"/>
            </a:xfrm>
            <a:custGeom>
              <a:rect b="b" l="l" r="r" t="t"/>
              <a:pathLst>
                <a:path extrusionOk="0" h="708" w="4846">
                  <a:moveTo>
                    <a:pt x="470" y="1"/>
                  </a:moveTo>
                  <a:cubicBezTo>
                    <a:pt x="0" y="19"/>
                    <a:pt x="2" y="688"/>
                    <a:pt x="470" y="707"/>
                  </a:cubicBezTo>
                  <a:lnTo>
                    <a:pt x="4378" y="707"/>
                  </a:lnTo>
                  <a:cubicBezTo>
                    <a:pt x="4846" y="688"/>
                    <a:pt x="4846" y="19"/>
                    <a:pt x="4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51"/>
            <p:cNvSpPr/>
            <p:nvPr/>
          </p:nvSpPr>
          <p:spPr>
            <a:xfrm>
              <a:off x="4879950" y="2203655"/>
              <a:ext cx="100576" cy="21155"/>
            </a:xfrm>
            <a:custGeom>
              <a:rect b="b" l="l" r="r" t="t"/>
              <a:pathLst>
                <a:path extrusionOk="0" h="708" w="3366">
                  <a:moveTo>
                    <a:pt x="470" y="0"/>
                  </a:moveTo>
                  <a:cubicBezTo>
                    <a:pt x="0" y="20"/>
                    <a:pt x="2" y="689"/>
                    <a:pt x="470" y="707"/>
                  </a:cubicBezTo>
                  <a:lnTo>
                    <a:pt x="2897" y="707"/>
                  </a:lnTo>
                  <a:cubicBezTo>
                    <a:pt x="3365" y="689"/>
                    <a:pt x="3365" y="2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51"/>
            <p:cNvSpPr/>
            <p:nvPr/>
          </p:nvSpPr>
          <p:spPr>
            <a:xfrm>
              <a:off x="4879950" y="2245845"/>
              <a:ext cx="144798" cy="21155"/>
            </a:xfrm>
            <a:custGeom>
              <a:rect b="b" l="l" r="r" t="t"/>
              <a:pathLst>
                <a:path extrusionOk="0" h="708" w="4846">
                  <a:moveTo>
                    <a:pt x="470" y="1"/>
                  </a:moveTo>
                  <a:cubicBezTo>
                    <a:pt x="0" y="20"/>
                    <a:pt x="2" y="690"/>
                    <a:pt x="470" y="708"/>
                  </a:cubicBezTo>
                  <a:lnTo>
                    <a:pt x="4378" y="708"/>
                  </a:lnTo>
                  <a:cubicBezTo>
                    <a:pt x="4846" y="688"/>
                    <a:pt x="4846" y="20"/>
                    <a:pt x="4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51"/>
            <p:cNvSpPr/>
            <p:nvPr/>
          </p:nvSpPr>
          <p:spPr>
            <a:xfrm>
              <a:off x="4879950" y="2288066"/>
              <a:ext cx="100576" cy="21155"/>
            </a:xfrm>
            <a:custGeom>
              <a:rect b="b" l="l" r="r" t="t"/>
              <a:pathLst>
                <a:path extrusionOk="0" h="708" w="3366">
                  <a:moveTo>
                    <a:pt x="470" y="0"/>
                  </a:moveTo>
                  <a:cubicBezTo>
                    <a:pt x="0" y="20"/>
                    <a:pt x="2" y="689"/>
                    <a:pt x="470" y="707"/>
                  </a:cubicBezTo>
                  <a:lnTo>
                    <a:pt x="2897" y="707"/>
                  </a:lnTo>
                  <a:cubicBezTo>
                    <a:pt x="3365" y="688"/>
                    <a:pt x="3365" y="20"/>
                    <a:pt x="28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51"/>
            <p:cNvSpPr/>
            <p:nvPr/>
          </p:nvSpPr>
          <p:spPr>
            <a:xfrm>
              <a:off x="4879950" y="2330286"/>
              <a:ext cx="144798" cy="21125"/>
            </a:xfrm>
            <a:custGeom>
              <a:rect b="b" l="l" r="r" t="t"/>
              <a:pathLst>
                <a:path extrusionOk="0" h="707" w="4846">
                  <a:moveTo>
                    <a:pt x="470" y="0"/>
                  </a:moveTo>
                  <a:cubicBezTo>
                    <a:pt x="0" y="19"/>
                    <a:pt x="2" y="688"/>
                    <a:pt x="470" y="707"/>
                  </a:cubicBezTo>
                  <a:lnTo>
                    <a:pt x="4378" y="707"/>
                  </a:lnTo>
                  <a:cubicBezTo>
                    <a:pt x="4846" y="687"/>
                    <a:pt x="4846" y="19"/>
                    <a:pt x="4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ochemistry and Biomolecules - Science - 9th grade by Slidesgo">
  <a:themeElements>
    <a:clrScheme name="Simple Light">
      <a:dk1>
        <a:srgbClr val="383030"/>
      </a:dk1>
      <a:lt1>
        <a:srgbClr val="D8E7D8"/>
      </a:lt1>
      <a:dk2>
        <a:srgbClr val="FEFEFE"/>
      </a:dk2>
      <a:lt2>
        <a:srgbClr val="F7F2E9"/>
      </a:lt2>
      <a:accent1>
        <a:srgbClr val="A1A48F"/>
      </a:accent1>
      <a:accent2>
        <a:srgbClr val="5A6B47"/>
      </a:accent2>
      <a:accent3>
        <a:srgbClr val="004717"/>
      </a:accent3>
      <a:accent4>
        <a:srgbClr val="BB945E"/>
      </a:accent4>
      <a:accent5>
        <a:srgbClr val="6D563C"/>
      </a:accent5>
      <a:accent6>
        <a:srgbClr val="FFFFFF"/>
      </a:accent6>
      <a:hlink>
        <a:srgbClr val="3830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